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Lexend Deca Light"/>
      <p:regular r:id="rId15"/>
      <p:bold r:id="rId16"/>
    </p:embeddedFont>
    <p:embeddedFont>
      <p:font typeface="Cabin"/>
      <p:regular r:id="rId17"/>
      <p:bold r:id="rId18"/>
      <p:italic r:id="rId19"/>
      <p:boldItalic r:id="rId20"/>
    </p:embeddedFont>
    <p:embeddedFont>
      <p:font typeface="Calistoga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oHAeT2pNpyJglRlnoYftiY1JI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boldItalic.fntdata"/><Relationship Id="rId22" Type="http://customschemas.google.com/relationships/presentationmetadata" Target="metadata"/><Relationship Id="rId21" Type="http://schemas.openxmlformats.org/officeDocument/2006/relationships/font" Target="fonts/Calistog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LexendDecaLight-regular.fntdata"/><Relationship Id="rId14" Type="http://schemas.openxmlformats.org/officeDocument/2006/relationships/slide" Target="slides/slide10.xml"/><Relationship Id="rId17" Type="http://schemas.openxmlformats.org/officeDocument/2006/relationships/font" Target="fonts/Cabin-regular.fntdata"/><Relationship Id="rId16" Type="http://schemas.openxmlformats.org/officeDocument/2006/relationships/font" Target="fonts/LexendDecaLight-bold.fntdata"/><Relationship Id="rId19" Type="http://schemas.openxmlformats.org/officeDocument/2006/relationships/font" Target="fonts/Cabin-italic.fntdata"/><Relationship Id="rId18" Type="http://schemas.openxmlformats.org/officeDocument/2006/relationships/font" Target="fonts/Cab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2e615e6f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g3d2e615e6f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2e615e6f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g3d2e615e6f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d2e615e6f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3d2e615e6f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2e615e6f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d2e615e6f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7"/>
          <p:cNvSpPr txBox="1"/>
          <p:nvPr>
            <p:ph type="ctrTitle"/>
          </p:nvPr>
        </p:nvSpPr>
        <p:spPr>
          <a:xfrm>
            <a:off x="713225" y="629350"/>
            <a:ext cx="42417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57"/>
          <p:cNvSpPr txBox="1"/>
          <p:nvPr>
            <p:ph idx="1" type="subTitle"/>
          </p:nvPr>
        </p:nvSpPr>
        <p:spPr>
          <a:xfrm>
            <a:off x="713225" y="2443175"/>
            <a:ext cx="3747600" cy="4758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57"/>
          <p:cNvGrpSpPr/>
          <p:nvPr/>
        </p:nvGrpSpPr>
        <p:grpSpPr>
          <a:xfrm>
            <a:off x="-1103775" y="0"/>
            <a:ext cx="11132925" cy="1739139"/>
            <a:chOff x="-1103775" y="0"/>
            <a:chExt cx="11132925" cy="1739139"/>
          </a:xfrm>
        </p:grpSpPr>
        <p:sp>
          <p:nvSpPr>
            <p:cNvPr id="12" name="Google Shape;12;p57"/>
            <p:cNvSpPr/>
            <p:nvPr/>
          </p:nvSpPr>
          <p:spPr>
            <a:xfrm>
              <a:off x="4954925" y="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7"/>
            <p:cNvSpPr/>
            <p:nvPr/>
          </p:nvSpPr>
          <p:spPr>
            <a:xfrm>
              <a:off x="8509400" y="58442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7"/>
            <p:cNvSpPr/>
            <p:nvPr/>
          </p:nvSpPr>
          <p:spPr>
            <a:xfrm>
              <a:off x="-1103775" y="10613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58"/>
          <p:cNvSpPr txBox="1"/>
          <p:nvPr>
            <p:ph idx="1" type="body"/>
          </p:nvPr>
        </p:nvSpPr>
        <p:spPr>
          <a:xfrm>
            <a:off x="720000" y="1215751"/>
            <a:ext cx="77040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8" name="Google Shape;18;p58"/>
          <p:cNvGrpSpPr/>
          <p:nvPr/>
        </p:nvGrpSpPr>
        <p:grpSpPr>
          <a:xfrm>
            <a:off x="-680250" y="136250"/>
            <a:ext cx="10524275" cy="5007743"/>
            <a:chOff x="-680250" y="136250"/>
            <a:chExt cx="10524275" cy="5007743"/>
          </a:xfrm>
        </p:grpSpPr>
        <p:sp>
          <p:nvSpPr>
            <p:cNvPr id="19" name="Google Shape;19;p58"/>
            <p:cNvSpPr/>
            <p:nvPr/>
          </p:nvSpPr>
          <p:spPr>
            <a:xfrm>
              <a:off x="-680250" y="1362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8"/>
            <p:cNvSpPr/>
            <p:nvPr/>
          </p:nvSpPr>
          <p:spPr>
            <a:xfrm>
              <a:off x="8324275" y="2876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1;p58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22" name="Google Shape;22;p58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3" name="Google Shape;23;p58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24" name="Google Shape;24;p58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58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26;p58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58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9"/>
          <p:cNvSpPr txBox="1"/>
          <p:nvPr>
            <p:ph idx="1" type="subTitle"/>
          </p:nvPr>
        </p:nvSpPr>
        <p:spPr>
          <a:xfrm>
            <a:off x="2107125" y="2052000"/>
            <a:ext cx="21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9"/>
          <p:cNvSpPr txBox="1"/>
          <p:nvPr>
            <p:ph idx="2" type="subTitle"/>
          </p:nvPr>
        </p:nvSpPr>
        <p:spPr>
          <a:xfrm>
            <a:off x="5716150" y="2052000"/>
            <a:ext cx="21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9"/>
          <p:cNvSpPr txBox="1"/>
          <p:nvPr>
            <p:ph idx="3" type="subTitle"/>
          </p:nvPr>
        </p:nvSpPr>
        <p:spPr>
          <a:xfrm>
            <a:off x="2107125" y="3637800"/>
            <a:ext cx="21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9"/>
          <p:cNvSpPr txBox="1"/>
          <p:nvPr>
            <p:ph idx="4" type="subTitle"/>
          </p:nvPr>
        </p:nvSpPr>
        <p:spPr>
          <a:xfrm>
            <a:off x="5716150" y="3637800"/>
            <a:ext cx="218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9"/>
          <p:cNvSpPr txBox="1"/>
          <p:nvPr>
            <p:ph idx="5" type="title"/>
          </p:nvPr>
        </p:nvSpPr>
        <p:spPr>
          <a:xfrm>
            <a:off x="1247725" y="1547869"/>
            <a:ext cx="734700" cy="7302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59"/>
          <p:cNvSpPr txBox="1"/>
          <p:nvPr>
            <p:ph idx="6" type="title"/>
          </p:nvPr>
        </p:nvSpPr>
        <p:spPr>
          <a:xfrm>
            <a:off x="1247725" y="3133588"/>
            <a:ext cx="734700" cy="7302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" name="Google Shape;36;p59"/>
          <p:cNvSpPr txBox="1"/>
          <p:nvPr>
            <p:ph idx="7" type="title"/>
          </p:nvPr>
        </p:nvSpPr>
        <p:spPr>
          <a:xfrm>
            <a:off x="4856650" y="1547869"/>
            <a:ext cx="734700" cy="7302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59"/>
          <p:cNvSpPr txBox="1"/>
          <p:nvPr>
            <p:ph idx="8" type="title"/>
          </p:nvPr>
        </p:nvSpPr>
        <p:spPr>
          <a:xfrm>
            <a:off x="4856650" y="3133588"/>
            <a:ext cx="734700" cy="7302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" name="Google Shape;38;p59"/>
          <p:cNvSpPr txBox="1"/>
          <p:nvPr>
            <p:ph idx="9" type="subTitle"/>
          </p:nvPr>
        </p:nvSpPr>
        <p:spPr>
          <a:xfrm>
            <a:off x="2107137" y="1427300"/>
            <a:ext cx="21801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39" name="Google Shape;39;p59"/>
          <p:cNvSpPr txBox="1"/>
          <p:nvPr>
            <p:ph idx="13" type="subTitle"/>
          </p:nvPr>
        </p:nvSpPr>
        <p:spPr>
          <a:xfrm>
            <a:off x="5716168" y="1427300"/>
            <a:ext cx="21801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40" name="Google Shape;40;p59"/>
          <p:cNvSpPr txBox="1"/>
          <p:nvPr>
            <p:ph idx="14" type="subTitle"/>
          </p:nvPr>
        </p:nvSpPr>
        <p:spPr>
          <a:xfrm>
            <a:off x="2107137" y="3013175"/>
            <a:ext cx="21801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41" name="Google Shape;41;p59"/>
          <p:cNvSpPr txBox="1"/>
          <p:nvPr>
            <p:ph idx="15" type="subTitle"/>
          </p:nvPr>
        </p:nvSpPr>
        <p:spPr>
          <a:xfrm>
            <a:off x="5716168" y="3013175"/>
            <a:ext cx="21801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stoga"/>
              <a:buNone/>
              <a:defRPr b="1" sz="24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grpSp>
        <p:nvGrpSpPr>
          <p:cNvPr id="42" name="Google Shape;42;p59"/>
          <p:cNvGrpSpPr/>
          <p:nvPr/>
        </p:nvGrpSpPr>
        <p:grpSpPr>
          <a:xfrm>
            <a:off x="-1285225" y="-285175"/>
            <a:ext cx="11963863" cy="2033091"/>
            <a:chOff x="-1285225" y="-285175"/>
            <a:chExt cx="11963863" cy="2033091"/>
          </a:xfrm>
        </p:grpSpPr>
        <p:sp>
          <p:nvSpPr>
            <p:cNvPr id="43" name="Google Shape;43;p59"/>
            <p:cNvSpPr/>
            <p:nvPr/>
          </p:nvSpPr>
          <p:spPr>
            <a:xfrm>
              <a:off x="8552325" y="1017725"/>
              <a:ext cx="2126313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9"/>
            <p:cNvSpPr/>
            <p:nvPr/>
          </p:nvSpPr>
          <p:spPr>
            <a:xfrm>
              <a:off x="5205675" y="-285175"/>
              <a:ext cx="2126313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9"/>
            <p:cNvSpPr/>
            <p:nvPr/>
          </p:nvSpPr>
          <p:spPr>
            <a:xfrm>
              <a:off x="-1285225" y="445025"/>
              <a:ext cx="2126314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" name="Google Shape;46;p59"/>
          <p:cNvGrpSpPr/>
          <p:nvPr/>
        </p:nvGrpSpPr>
        <p:grpSpPr>
          <a:xfrm>
            <a:off x="0" y="4419482"/>
            <a:ext cx="9144145" cy="724542"/>
            <a:chOff x="0" y="4419482"/>
            <a:chExt cx="9144145" cy="724542"/>
          </a:xfrm>
        </p:grpSpPr>
        <p:sp>
          <p:nvSpPr>
            <p:cNvPr id="47" name="Google Shape;47;p59"/>
            <p:cNvSpPr/>
            <p:nvPr/>
          </p:nvSpPr>
          <p:spPr>
            <a:xfrm>
              <a:off x="0" y="4419482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" name="Google Shape;48;p59"/>
            <p:cNvGrpSpPr/>
            <p:nvPr/>
          </p:nvGrpSpPr>
          <p:grpSpPr>
            <a:xfrm flipH="1">
              <a:off x="24" y="4738106"/>
              <a:ext cx="9144121" cy="405918"/>
              <a:chOff x="985425" y="3550775"/>
              <a:chExt cx="4753650" cy="587350"/>
            </a:xfrm>
          </p:grpSpPr>
          <p:sp>
            <p:nvSpPr>
              <p:cNvPr id="49" name="Google Shape;49;p59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59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59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59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0"/>
          <p:cNvSpPr txBox="1"/>
          <p:nvPr>
            <p:ph type="title"/>
          </p:nvPr>
        </p:nvSpPr>
        <p:spPr>
          <a:xfrm>
            <a:off x="2135550" y="893150"/>
            <a:ext cx="48729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" name="Google Shape;55;p60"/>
          <p:cNvSpPr txBox="1"/>
          <p:nvPr>
            <p:ph idx="1" type="subTitle"/>
          </p:nvPr>
        </p:nvSpPr>
        <p:spPr>
          <a:xfrm>
            <a:off x="2135550" y="2412325"/>
            <a:ext cx="4872900" cy="6711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6" name="Google Shape;56;p60"/>
          <p:cNvGrpSpPr/>
          <p:nvPr/>
        </p:nvGrpSpPr>
        <p:grpSpPr>
          <a:xfrm>
            <a:off x="-709050" y="70150"/>
            <a:ext cx="10505788" cy="1918441"/>
            <a:chOff x="-709050" y="70150"/>
            <a:chExt cx="10505788" cy="1918441"/>
          </a:xfrm>
        </p:grpSpPr>
        <p:sp>
          <p:nvSpPr>
            <p:cNvPr id="57" name="Google Shape;57;p60"/>
            <p:cNvSpPr/>
            <p:nvPr/>
          </p:nvSpPr>
          <p:spPr>
            <a:xfrm>
              <a:off x="1809875" y="701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60"/>
            <p:cNvSpPr/>
            <p:nvPr/>
          </p:nvSpPr>
          <p:spPr>
            <a:xfrm>
              <a:off x="7670425" y="748000"/>
              <a:ext cx="2126313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60"/>
            <p:cNvSpPr/>
            <p:nvPr/>
          </p:nvSpPr>
          <p:spPr>
            <a:xfrm flipH="1">
              <a:off x="-709050" y="1258400"/>
              <a:ext cx="2126314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p60"/>
          <p:cNvGrpSpPr/>
          <p:nvPr/>
        </p:nvGrpSpPr>
        <p:grpSpPr>
          <a:xfrm>
            <a:off x="5" y="3776932"/>
            <a:ext cx="9144141" cy="1366549"/>
            <a:chOff x="5" y="3776932"/>
            <a:chExt cx="9144141" cy="1366549"/>
          </a:xfrm>
        </p:grpSpPr>
        <p:sp>
          <p:nvSpPr>
            <p:cNvPr id="61" name="Google Shape;61;p60"/>
            <p:cNvSpPr/>
            <p:nvPr/>
          </p:nvSpPr>
          <p:spPr>
            <a:xfrm flipH="1">
              <a:off x="197" y="3776932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" name="Google Shape;62;p60"/>
            <p:cNvGrpSpPr/>
            <p:nvPr/>
          </p:nvGrpSpPr>
          <p:grpSpPr>
            <a:xfrm flipH="1">
              <a:off x="5" y="4092183"/>
              <a:ext cx="9144121" cy="1051298"/>
              <a:chOff x="985425" y="3550775"/>
              <a:chExt cx="4753650" cy="587350"/>
            </a:xfrm>
          </p:grpSpPr>
          <p:sp>
            <p:nvSpPr>
              <p:cNvPr id="63" name="Google Shape;63;p60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60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60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60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1"/>
          <p:cNvSpPr txBox="1"/>
          <p:nvPr>
            <p:ph type="title"/>
          </p:nvPr>
        </p:nvSpPr>
        <p:spPr>
          <a:xfrm>
            <a:off x="4285675" y="1658375"/>
            <a:ext cx="41451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" name="Google Shape;69;p61"/>
          <p:cNvSpPr txBox="1"/>
          <p:nvPr>
            <p:ph idx="2" type="title"/>
          </p:nvPr>
        </p:nvSpPr>
        <p:spPr>
          <a:xfrm>
            <a:off x="7453675" y="618100"/>
            <a:ext cx="900900" cy="9009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61"/>
          <p:cNvSpPr txBox="1"/>
          <p:nvPr>
            <p:ph idx="1" type="subTitle"/>
          </p:nvPr>
        </p:nvSpPr>
        <p:spPr>
          <a:xfrm>
            <a:off x="4285675" y="3176550"/>
            <a:ext cx="4145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" name="Google Shape;71;p61"/>
          <p:cNvGrpSpPr/>
          <p:nvPr/>
        </p:nvGrpSpPr>
        <p:grpSpPr>
          <a:xfrm>
            <a:off x="-1326750" y="-310250"/>
            <a:ext cx="4151050" cy="2622616"/>
            <a:chOff x="-1326750" y="-310250"/>
            <a:chExt cx="4151050" cy="2622616"/>
          </a:xfrm>
        </p:grpSpPr>
        <p:sp>
          <p:nvSpPr>
            <p:cNvPr id="72" name="Google Shape;72;p61"/>
            <p:cNvSpPr/>
            <p:nvPr/>
          </p:nvSpPr>
          <p:spPr>
            <a:xfrm>
              <a:off x="1304550" y="-3102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1"/>
            <p:cNvSpPr/>
            <p:nvPr/>
          </p:nvSpPr>
          <p:spPr>
            <a:xfrm flipH="1">
              <a:off x="-1326750" y="1582175"/>
              <a:ext cx="2126314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61"/>
          <p:cNvGrpSpPr/>
          <p:nvPr/>
        </p:nvGrpSpPr>
        <p:grpSpPr>
          <a:xfrm>
            <a:off x="24" y="3732032"/>
            <a:ext cx="9144121" cy="1411500"/>
            <a:chOff x="24" y="3732032"/>
            <a:chExt cx="9144121" cy="1411500"/>
          </a:xfrm>
        </p:grpSpPr>
        <p:sp>
          <p:nvSpPr>
            <p:cNvPr id="75" name="Google Shape;75;p61"/>
            <p:cNvSpPr/>
            <p:nvPr/>
          </p:nvSpPr>
          <p:spPr>
            <a:xfrm>
              <a:off x="25" y="3732032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" name="Google Shape;76;p61"/>
            <p:cNvGrpSpPr/>
            <p:nvPr/>
          </p:nvGrpSpPr>
          <p:grpSpPr>
            <a:xfrm>
              <a:off x="24" y="4047302"/>
              <a:ext cx="9144121" cy="1096230"/>
              <a:chOff x="985425" y="3550775"/>
              <a:chExt cx="4753650" cy="587350"/>
            </a:xfrm>
          </p:grpSpPr>
          <p:sp>
            <p:nvSpPr>
              <p:cNvPr id="77" name="Google Shape;77;p61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61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61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61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62"/>
          <p:cNvSpPr txBox="1"/>
          <p:nvPr>
            <p:ph idx="1" type="subTitle"/>
          </p:nvPr>
        </p:nvSpPr>
        <p:spPr>
          <a:xfrm>
            <a:off x="4709201" y="1352150"/>
            <a:ext cx="3448800" cy="28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2"/>
          <p:cNvSpPr txBox="1"/>
          <p:nvPr>
            <p:ph idx="2" type="subTitle"/>
          </p:nvPr>
        </p:nvSpPr>
        <p:spPr>
          <a:xfrm>
            <a:off x="985975" y="1352150"/>
            <a:ext cx="3448800" cy="28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5" name="Google Shape;85;p62"/>
          <p:cNvGrpSpPr/>
          <p:nvPr/>
        </p:nvGrpSpPr>
        <p:grpSpPr>
          <a:xfrm>
            <a:off x="0" y="4419482"/>
            <a:ext cx="9144145" cy="724542"/>
            <a:chOff x="0" y="4419482"/>
            <a:chExt cx="9144145" cy="724542"/>
          </a:xfrm>
        </p:grpSpPr>
        <p:sp>
          <p:nvSpPr>
            <p:cNvPr id="86" name="Google Shape;86;p62"/>
            <p:cNvSpPr/>
            <p:nvPr/>
          </p:nvSpPr>
          <p:spPr>
            <a:xfrm>
              <a:off x="0" y="4419482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" name="Google Shape;87;p62"/>
            <p:cNvGrpSpPr/>
            <p:nvPr/>
          </p:nvGrpSpPr>
          <p:grpSpPr>
            <a:xfrm flipH="1">
              <a:off x="24" y="4738106"/>
              <a:ext cx="9144121" cy="405918"/>
              <a:chOff x="985425" y="3550775"/>
              <a:chExt cx="4753650" cy="587350"/>
            </a:xfrm>
          </p:grpSpPr>
          <p:sp>
            <p:nvSpPr>
              <p:cNvPr id="88" name="Google Shape;88;p62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62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62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62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2" name="Google Shape;92;p62"/>
          <p:cNvGrpSpPr/>
          <p:nvPr/>
        </p:nvGrpSpPr>
        <p:grpSpPr>
          <a:xfrm>
            <a:off x="-385025" y="287650"/>
            <a:ext cx="10206350" cy="677839"/>
            <a:chOff x="-385025" y="287650"/>
            <a:chExt cx="10206350" cy="677839"/>
          </a:xfrm>
        </p:grpSpPr>
        <p:sp>
          <p:nvSpPr>
            <p:cNvPr id="93" name="Google Shape;93;p62"/>
            <p:cNvSpPr/>
            <p:nvPr/>
          </p:nvSpPr>
          <p:spPr>
            <a:xfrm>
              <a:off x="8301575" y="2876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62"/>
            <p:cNvSpPr/>
            <p:nvPr/>
          </p:nvSpPr>
          <p:spPr>
            <a:xfrm>
              <a:off x="-385025" y="2876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3"/>
          <p:cNvSpPr txBox="1"/>
          <p:nvPr>
            <p:ph type="title"/>
          </p:nvPr>
        </p:nvSpPr>
        <p:spPr>
          <a:xfrm>
            <a:off x="713225" y="721750"/>
            <a:ext cx="28998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63"/>
          <p:cNvSpPr txBox="1"/>
          <p:nvPr>
            <p:ph idx="1" type="subTitle"/>
          </p:nvPr>
        </p:nvSpPr>
        <p:spPr>
          <a:xfrm>
            <a:off x="713225" y="1818663"/>
            <a:ext cx="42948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8" name="Google Shape;98;p63"/>
          <p:cNvGrpSpPr/>
          <p:nvPr/>
        </p:nvGrpSpPr>
        <p:grpSpPr>
          <a:xfrm>
            <a:off x="4243225" y="43900"/>
            <a:ext cx="5916488" cy="2622004"/>
            <a:chOff x="4243225" y="43900"/>
            <a:chExt cx="5916488" cy="2622004"/>
          </a:xfrm>
        </p:grpSpPr>
        <p:sp>
          <p:nvSpPr>
            <p:cNvPr id="99" name="Google Shape;99;p63"/>
            <p:cNvSpPr/>
            <p:nvPr/>
          </p:nvSpPr>
          <p:spPr>
            <a:xfrm>
              <a:off x="7147350" y="439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63"/>
            <p:cNvSpPr/>
            <p:nvPr/>
          </p:nvSpPr>
          <p:spPr>
            <a:xfrm>
              <a:off x="8033400" y="1935713"/>
              <a:ext cx="2126313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63"/>
            <p:cNvSpPr/>
            <p:nvPr/>
          </p:nvSpPr>
          <p:spPr>
            <a:xfrm flipH="1">
              <a:off x="4243225" y="244275"/>
              <a:ext cx="2126314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63"/>
          <p:cNvGrpSpPr/>
          <p:nvPr/>
        </p:nvGrpSpPr>
        <p:grpSpPr>
          <a:xfrm>
            <a:off x="24" y="4241732"/>
            <a:ext cx="9144121" cy="901981"/>
            <a:chOff x="24" y="4241732"/>
            <a:chExt cx="9144121" cy="901981"/>
          </a:xfrm>
        </p:grpSpPr>
        <p:sp>
          <p:nvSpPr>
            <p:cNvPr id="103" name="Google Shape;103;p63"/>
            <p:cNvSpPr/>
            <p:nvPr/>
          </p:nvSpPr>
          <p:spPr>
            <a:xfrm>
              <a:off x="25" y="4241732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" name="Google Shape;104;p63"/>
            <p:cNvGrpSpPr/>
            <p:nvPr/>
          </p:nvGrpSpPr>
          <p:grpSpPr>
            <a:xfrm>
              <a:off x="24" y="4546437"/>
              <a:ext cx="9144121" cy="597276"/>
              <a:chOff x="985425" y="3550775"/>
              <a:chExt cx="4753650" cy="587350"/>
            </a:xfrm>
          </p:grpSpPr>
          <p:sp>
            <p:nvSpPr>
              <p:cNvPr id="105" name="Google Shape;105;p63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63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63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63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64"/>
          <p:cNvSpPr txBox="1"/>
          <p:nvPr>
            <p:ph idx="1" type="subTitle"/>
          </p:nvPr>
        </p:nvSpPr>
        <p:spPr>
          <a:xfrm>
            <a:off x="4947678" y="3082750"/>
            <a:ext cx="26799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4"/>
          <p:cNvSpPr txBox="1"/>
          <p:nvPr>
            <p:ph idx="2" type="subTitle"/>
          </p:nvPr>
        </p:nvSpPr>
        <p:spPr>
          <a:xfrm>
            <a:off x="1516550" y="3082750"/>
            <a:ext cx="26799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4"/>
          <p:cNvSpPr txBox="1"/>
          <p:nvPr>
            <p:ph idx="3" type="subTitle"/>
          </p:nvPr>
        </p:nvSpPr>
        <p:spPr>
          <a:xfrm>
            <a:off x="1516550" y="2601125"/>
            <a:ext cx="26799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14" name="Google Shape;114;p64"/>
          <p:cNvSpPr txBox="1"/>
          <p:nvPr>
            <p:ph idx="4" type="subTitle"/>
          </p:nvPr>
        </p:nvSpPr>
        <p:spPr>
          <a:xfrm>
            <a:off x="4947679" y="2601125"/>
            <a:ext cx="26799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grpSp>
        <p:nvGrpSpPr>
          <p:cNvPr id="115" name="Google Shape;115;p64"/>
          <p:cNvGrpSpPr/>
          <p:nvPr/>
        </p:nvGrpSpPr>
        <p:grpSpPr>
          <a:xfrm>
            <a:off x="-680250" y="136250"/>
            <a:ext cx="10524275" cy="5007743"/>
            <a:chOff x="-680250" y="136250"/>
            <a:chExt cx="10524275" cy="5007743"/>
          </a:xfrm>
        </p:grpSpPr>
        <p:sp>
          <p:nvSpPr>
            <p:cNvPr id="116" name="Google Shape;116;p64"/>
            <p:cNvSpPr/>
            <p:nvPr/>
          </p:nvSpPr>
          <p:spPr>
            <a:xfrm>
              <a:off x="-680250" y="1362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4"/>
            <p:cNvSpPr/>
            <p:nvPr/>
          </p:nvSpPr>
          <p:spPr>
            <a:xfrm>
              <a:off x="8324275" y="2876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" name="Google Shape;118;p64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119" name="Google Shape;119;p64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0" name="Google Shape;120;p64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121" name="Google Shape;121;p64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" name="Google Shape;122;p64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64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" name="Google Shape;124;p64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65"/>
          <p:cNvSpPr txBox="1"/>
          <p:nvPr>
            <p:ph idx="1" type="subTitle"/>
          </p:nvPr>
        </p:nvSpPr>
        <p:spPr>
          <a:xfrm>
            <a:off x="937626" y="3190553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5"/>
          <p:cNvSpPr txBox="1"/>
          <p:nvPr>
            <p:ph idx="2" type="subTitle"/>
          </p:nvPr>
        </p:nvSpPr>
        <p:spPr>
          <a:xfrm>
            <a:off x="3484347" y="3190553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5"/>
          <p:cNvSpPr txBox="1"/>
          <p:nvPr>
            <p:ph idx="3" type="subTitle"/>
          </p:nvPr>
        </p:nvSpPr>
        <p:spPr>
          <a:xfrm>
            <a:off x="6031074" y="3190553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5"/>
          <p:cNvSpPr txBox="1"/>
          <p:nvPr>
            <p:ph idx="4" type="subTitle"/>
          </p:nvPr>
        </p:nvSpPr>
        <p:spPr>
          <a:xfrm>
            <a:off x="937625" y="2735976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31" name="Google Shape;131;p65"/>
          <p:cNvSpPr txBox="1"/>
          <p:nvPr>
            <p:ph idx="5" type="subTitle"/>
          </p:nvPr>
        </p:nvSpPr>
        <p:spPr>
          <a:xfrm>
            <a:off x="3484350" y="2735976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32" name="Google Shape;132;p65"/>
          <p:cNvSpPr txBox="1"/>
          <p:nvPr>
            <p:ph idx="6" type="subTitle"/>
          </p:nvPr>
        </p:nvSpPr>
        <p:spPr>
          <a:xfrm>
            <a:off x="6031075" y="2735976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grpSp>
        <p:nvGrpSpPr>
          <p:cNvPr id="133" name="Google Shape;133;p65"/>
          <p:cNvGrpSpPr/>
          <p:nvPr/>
        </p:nvGrpSpPr>
        <p:grpSpPr>
          <a:xfrm>
            <a:off x="-806525" y="-366625"/>
            <a:ext cx="10975300" cy="5510618"/>
            <a:chOff x="-806525" y="-366625"/>
            <a:chExt cx="10975300" cy="5510618"/>
          </a:xfrm>
        </p:grpSpPr>
        <p:grpSp>
          <p:nvGrpSpPr>
            <p:cNvPr id="134" name="Google Shape;134;p65"/>
            <p:cNvGrpSpPr/>
            <p:nvPr/>
          </p:nvGrpSpPr>
          <p:grpSpPr>
            <a:xfrm flipH="1"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135" name="Google Shape;135;p65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6" name="Google Shape;136;p65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137" name="Google Shape;137;p65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" name="Google Shape;138;p65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" name="Google Shape;139;p65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" name="Google Shape;140;p65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41" name="Google Shape;141;p65"/>
            <p:cNvSpPr/>
            <p:nvPr/>
          </p:nvSpPr>
          <p:spPr>
            <a:xfrm>
              <a:off x="8649025" y="14740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65"/>
            <p:cNvSpPr/>
            <p:nvPr/>
          </p:nvSpPr>
          <p:spPr>
            <a:xfrm>
              <a:off x="-806525" y="7962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65"/>
            <p:cNvSpPr/>
            <p:nvPr/>
          </p:nvSpPr>
          <p:spPr>
            <a:xfrm>
              <a:off x="4621675" y="-36662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6" name="Google Shape;146;p66"/>
          <p:cNvSpPr txBox="1"/>
          <p:nvPr>
            <p:ph idx="1" type="subTitle"/>
          </p:nvPr>
        </p:nvSpPr>
        <p:spPr>
          <a:xfrm>
            <a:off x="2160938" y="1871738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6"/>
          <p:cNvSpPr txBox="1"/>
          <p:nvPr>
            <p:ph idx="2" type="subTitle"/>
          </p:nvPr>
        </p:nvSpPr>
        <p:spPr>
          <a:xfrm>
            <a:off x="5004866" y="1871738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6"/>
          <p:cNvSpPr txBox="1"/>
          <p:nvPr>
            <p:ph idx="3" type="subTitle"/>
          </p:nvPr>
        </p:nvSpPr>
        <p:spPr>
          <a:xfrm>
            <a:off x="2160938" y="3514625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6"/>
          <p:cNvSpPr txBox="1"/>
          <p:nvPr>
            <p:ph idx="4" type="subTitle"/>
          </p:nvPr>
        </p:nvSpPr>
        <p:spPr>
          <a:xfrm>
            <a:off x="5004866" y="3514625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66"/>
          <p:cNvSpPr txBox="1"/>
          <p:nvPr>
            <p:ph idx="5" type="subTitle"/>
          </p:nvPr>
        </p:nvSpPr>
        <p:spPr>
          <a:xfrm>
            <a:off x="2160938" y="1588138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51" name="Google Shape;151;p66"/>
          <p:cNvSpPr txBox="1"/>
          <p:nvPr>
            <p:ph idx="6" type="subTitle"/>
          </p:nvPr>
        </p:nvSpPr>
        <p:spPr>
          <a:xfrm>
            <a:off x="2160938" y="3231100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52" name="Google Shape;152;p66"/>
          <p:cNvSpPr txBox="1"/>
          <p:nvPr>
            <p:ph idx="7" type="subTitle"/>
          </p:nvPr>
        </p:nvSpPr>
        <p:spPr>
          <a:xfrm>
            <a:off x="5004863" y="1588138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53" name="Google Shape;153;p66"/>
          <p:cNvSpPr txBox="1"/>
          <p:nvPr>
            <p:ph idx="8" type="subTitle"/>
          </p:nvPr>
        </p:nvSpPr>
        <p:spPr>
          <a:xfrm>
            <a:off x="5004863" y="3231100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grpSp>
        <p:nvGrpSpPr>
          <p:cNvPr id="154" name="Google Shape;154;p66"/>
          <p:cNvGrpSpPr/>
          <p:nvPr/>
        </p:nvGrpSpPr>
        <p:grpSpPr>
          <a:xfrm>
            <a:off x="-1108450" y="-317275"/>
            <a:ext cx="11429625" cy="5461268"/>
            <a:chOff x="-1108450" y="-317275"/>
            <a:chExt cx="11429625" cy="5461268"/>
          </a:xfrm>
        </p:grpSpPr>
        <p:grpSp>
          <p:nvGrpSpPr>
            <p:cNvPr id="155" name="Google Shape;155;p66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156" name="Google Shape;156;p66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7" name="Google Shape;157;p66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158" name="Google Shape;158;p66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66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Google Shape;160;p66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" name="Google Shape;161;p66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62" name="Google Shape;162;p66"/>
            <p:cNvSpPr/>
            <p:nvPr/>
          </p:nvSpPr>
          <p:spPr>
            <a:xfrm>
              <a:off x="7151025" y="-31727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6"/>
            <p:cNvSpPr/>
            <p:nvPr/>
          </p:nvSpPr>
          <p:spPr>
            <a:xfrm>
              <a:off x="-1108450" y="20008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66"/>
            <p:cNvSpPr/>
            <p:nvPr/>
          </p:nvSpPr>
          <p:spPr>
            <a:xfrm>
              <a:off x="8801425" y="34360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" name="Google Shape;167;p67"/>
          <p:cNvSpPr txBox="1"/>
          <p:nvPr>
            <p:ph idx="1" type="subTitle"/>
          </p:nvPr>
        </p:nvSpPr>
        <p:spPr>
          <a:xfrm>
            <a:off x="1112605" y="2247274"/>
            <a:ext cx="19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67"/>
          <p:cNvSpPr txBox="1"/>
          <p:nvPr>
            <p:ph idx="2" type="subTitle"/>
          </p:nvPr>
        </p:nvSpPr>
        <p:spPr>
          <a:xfrm>
            <a:off x="3582450" y="2247274"/>
            <a:ext cx="19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67"/>
          <p:cNvSpPr txBox="1"/>
          <p:nvPr>
            <p:ph idx="3" type="subTitle"/>
          </p:nvPr>
        </p:nvSpPr>
        <p:spPr>
          <a:xfrm>
            <a:off x="1112605" y="3955099"/>
            <a:ext cx="19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67"/>
          <p:cNvSpPr txBox="1"/>
          <p:nvPr>
            <p:ph idx="4" type="subTitle"/>
          </p:nvPr>
        </p:nvSpPr>
        <p:spPr>
          <a:xfrm>
            <a:off x="3582450" y="3955099"/>
            <a:ext cx="19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67"/>
          <p:cNvSpPr txBox="1"/>
          <p:nvPr>
            <p:ph idx="5" type="subTitle"/>
          </p:nvPr>
        </p:nvSpPr>
        <p:spPr>
          <a:xfrm>
            <a:off x="6052295" y="2247274"/>
            <a:ext cx="19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67"/>
          <p:cNvSpPr txBox="1"/>
          <p:nvPr>
            <p:ph idx="6" type="subTitle"/>
          </p:nvPr>
        </p:nvSpPr>
        <p:spPr>
          <a:xfrm>
            <a:off x="6052295" y="3955099"/>
            <a:ext cx="197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67"/>
          <p:cNvSpPr txBox="1"/>
          <p:nvPr>
            <p:ph idx="7" type="subTitle"/>
          </p:nvPr>
        </p:nvSpPr>
        <p:spPr>
          <a:xfrm>
            <a:off x="1111105" y="1985788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74" name="Google Shape;174;p67"/>
          <p:cNvSpPr txBox="1"/>
          <p:nvPr>
            <p:ph idx="8" type="subTitle"/>
          </p:nvPr>
        </p:nvSpPr>
        <p:spPr>
          <a:xfrm>
            <a:off x="3580950" y="1985788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75" name="Google Shape;175;p67"/>
          <p:cNvSpPr txBox="1"/>
          <p:nvPr>
            <p:ph idx="9" type="subTitle"/>
          </p:nvPr>
        </p:nvSpPr>
        <p:spPr>
          <a:xfrm>
            <a:off x="6050795" y="1985788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76" name="Google Shape;176;p67"/>
          <p:cNvSpPr txBox="1"/>
          <p:nvPr>
            <p:ph idx="13" type="subTitle"/>
          </p:nvPr>
        </p:nvSpPr>
        <p:spPr>
          <a:xfrm>
            <a:off x="1111105" y="3692475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77" name="Google Shape;177;p67"/>
          <p:cNvSpPr txBox="1"/>
          <p:nvPr>
            <p:ph idx="14" type="subTitle"/>
          </p:nvPr>
        </p:nvSpPr>
        <p:spPr>
          <a:xfrm>
            <a:off x="3580950" y="3692475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178" name="Google Shape;178;p67"/>
          <p:cNvSpPr txBox="1"/>
          <p:nvPr>
            <p:ph idx="15" type="subTitle"/>
          </p:nvPr>
        </p:nvSpPr>
        <p:spPr>
          <a:xfrm>
            <a:off x="6050795" y="3692475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grpSp>
        <p:nvGrpSpPr>
          <p:cNvPr id="179" name="Google Shape;179;p67"/>
          <p:cNvGrpSpPr/>
          <p:nvPr/>
        </p:nvGrpSpPr>
        <p:grpSpPr>
          <a:xfrm>
            <a:off x="-680250" y="136250"/>
            <a:ext cx="10524275" cy="5007743"/>
            <a:chOff x="-680250" y="136250"/>
            <a:chExt cx="10524275" cy="5007743"/>
          </a:xfrm>
        </p:grpSpPr>
        <p:sp>
          <p:nvSpPr>
            <p:cNvPr id="180" name="Google Shape;180;p67"/>
            <p:cNvSpPr/>
            <p:nvPr/>
          </p:nvSpPr>
          <p:spPr>
            <a:xfrm>
              <a:off x="-680250" y="1362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7"/>
            <p:cNvSpPr/>
            <p:nvPr/>
          </p:nvSpPr>
          <p:spPr>
            <a:xfrm>
              <a:off x="8324275" y="2876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2" name="Google Shape;182;p67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183" name="Google Shape;183;p67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4" name="Google Shape;184;p67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185" name="Google Shape;185;p67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67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87;p67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" name="Google Shape;188;p67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8"/>
          <p:cNvSpPr txBox="1"/>
          <p:nvPr>
            <p:ph type="title"/>
          </p:nvPr>
        </p:nvSpPr>
        <p:spPr>
          <a:xfrm>
            <a:off x="1969250" y="1166225"/>
            <a:ext cx="5205300" cy="20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1" name="Google Shape;191;p68"/>
          <p:cNvGrpSpPr/>
          <p:nvPr/>
        </p:nvGrpSpPr>
        <p:grpSpPr>
          <a:xfrm>
            <a:off x="24" y="3732032"/>
            <a:ext cx="9144121" cy="1411500"/>
            <a:chOff x="24" y="3732032"/>
            <a:chExt cx="9144121" cy="1411500"/>
          </a:xfrm>
        </p:grpSpPr>
        <p:sp>
          <p:nvSpPr>
            <p:cNvPr id="192" name="Google Shape;192;p68"/>
            <p:cNvSpPr/>
            <p:nvPr/>
          </p:nvSpPr>
          <p:spPr>
            <a:xfrm>
              <a:off x="25" y="3732032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3" name="Google Shape;193;p68"/>
            <p:cNvGrpSpPr/>
            <p:nvPr/>
          </p:nvGrpSpPr>
          <p:grpSpPr>
            <a:xfrm>
              <a:off x="24" y="4047302"/>
              <a:ext cx="9144121" cy="1096230"/>
              <a:chOff x="985425" y="3550775"/>
              <a:chExt cx="4753650" cy="587350"/>
            </a:xfrm>
          </p:grpSpPr>
          <p:sp>
            <p:nvSpPr>
              <p:cNvPr id="194" name="Google Shape;194;p68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68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68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68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8" name="Google Shape;198;p68"/>
          <p:cNvGrpSpPr/>
          <p:nvPr/>
        </p:nvGrpSpPr>
        <p:grpSpPr>
          <a:xfrm>
            <a:off x="-724975" y="-53875"/>
            <a:ext cx="10777913" cy="1583441"/>
            <a:chOff x="-724975" y="-53875"/>
            <a:chExt cx="10777913" cy="1583441"/>
          </a:xfrm>
        </p:grpSpPr>
        <p:sp>
          <p:nvSpPr>
            <p:cNvPr id="199" name="Google Shape;199;p68"/>
            <p:cNvSpPr/>
            <p:nvPr/>
          </p:nvSpPr>
          <p:spPr>
            <a:xfrm>
              <a:off x="3927400" y="-5387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8"/>
            <p:cNvSpPr/>
            <p:nvPr/>
          </p:nvSpPr>
          <p:spPr>
            <a:xfrm>
              <a:off x="7926625" y="623975"/>
              <a:ext cx="2126313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8"/>
            <p:cNvSpPr/>
            <p:nvPr/>
          </p:nvSpPr>
          <p:spPr>
            <a:xfrm flipH="1">
              <a:off x="-724975" y="799375"/>
              <a:ext cx="2126314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9"/>
          <p:cNvSpPr txBox="1"/>
          <p:nvPr>
            <p:ph type="title"/>
          </p:nvPr>
        </p:nvSpPr>
        <p:spPr>
          <a:xfrm>
            <a:off x="2391900" y="3100288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4" name="Google Shape;204;p69"/>
          <p:cNvSpPr txBox="1"/>
          <p:nvPr>
            <p:ph idx="1" type="subTitle"/>
          </p:nvPr>
        </p:nvSpPr>
        <p:spPr>
          <a:xfrm>
            <a:off x="1226400" y="1511313"/>
            <a:ext cx="66912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05" name="Google Shape;205;p69"/>
          <p:cNvGrpSpPr/>
          <p:nvPr/>
        </p:nvGrpSpPr>
        <p:grpSpPr>
          <a:xfrm>
            <a:off x="-1108450" y="-317275"/>
            <a:ext cx="11429625" cy="5461268"/>
            <a:chOff x="-1108450" y="-317275"/>
            <a:chExt cx="11429625" cy="5461268"/>
          </a:xfrm>
        </p:grpSpPr>
        <p:grpSp>
          <p:nvGrpSpPr>
            <p:cNvPr id="206" name="Google Shape;206;p69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207" name="Google Shape;207;p69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8" name="Google Shape;208;p69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209" name="Google Shape;209;p69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Google Shape;210;p69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69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Google Shape;212;p69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13" name="Google Shape;213;p69"/>
            <p:cNvSpPr/>
            <p:nvPr/>
          </p:nvSpPr>
          <p:spPr>
            <a:xfrm>
              <a:off x="7151025" y="-31727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9"/>
            <p:cNvSpPr/>
            <p:nvPr/>
          </p:nvSpPr>
          <p:spPr>
            <a:xfrm>
              <a:off x="-1108450" y="20008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9"/>
            <p:cNvSpPr/>
            <p:nvPr/>
          </p:nvSpPr>
          <p:spPr>
            <a:xfrm>
              <a:off x="8801425" y="34360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0"/>
          <p:cNvSpPr/>
          <p:nvPr>
            <p:ph idx="2" type="pic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70"/>
          <p:cNvSpPr txBox="1"/>
          <p:nvPr>
            <p:ph type="title"/>
          </p:nvPr>
        </p:nvSpPr>
        <p:spPr>
          <a:xfrm>
            <a:off x="5093575" y="2691650"/>
            <a:ext cx="3337200" cy="110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1"/>
          <p:cNvSpPr txBox="1"/>
          <p:nvPr>
            <p:ph type="title"/>
          </p:nvPr>
        </p:nvSpPr>
        <p:spPr>
          <a:xfrm>
            <a:off x="720000" y="1361789"/>
            <a:ext cx="3594000" cy="158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" name="Google Shape;221;p71"/>
          <p:cNvSpPr txBox="1"/>
          <p:nvPr>
            <p:ph idx="1" type="subTitle"/>
          </p:nvPr>
        </p:nvSpPr>
        <p:spPr>
          <a:xfrm>
            <a:off x="720000" y="2945313"/>
            <a:ext cx="35940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71"/>
          <p:cNvSpPr/>
          <p:nvPr>
            <p:ph idx="2" type="pic"/>
          </p:nvPr>
        </p:nvSpPr>
        <p:spPr>
          <a:xfrm>
            <a:off x="4836775" y="661200"/>
            <a:ext cx="3594000" cy="3594000"/>
          </a:xfrm>
          <a:prstGeom prst="rect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23" name="Google Shape;223;p71"/>
          <p:cNvGrpSpPr/>
          <p:nvPr/>
        </p:nvGrpSpPr>
        <p:grpSpPr>
          <a:xfrm>
            <a:off x="-806525" y="-366625"/>
            <a:ext cx="10975300" cy="5510618"/>
            <a:chOff x="-806525" y="-366625"/>
            <a:chExt cx="10975300" cy="5510618"/>
          </a:xfrm>
        </p:grpSpPr>
        <p:grpSp>
          <p:nvGrpSpPr>
            <p:cNvPr id="224" name="Google Shape;224;p71"/>
            <p:cNvGrpSpPr/>
            <p:nvPr/>
          </p:nvGrpSpPr>
          <p:grpSpPr>
            <a:xfrm flipH="1"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225" name="Google Shape;225;p71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6" name="Google Shape;226;p71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227" name="Google Shape;227;p71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" name="Google Shape;228;p71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" name="Google Shape;229;p71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p71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31" name="Google Shape;231;p71"/>
            <p:cNvSpPr/>
            <p:nvPr/>
          </p:nvSpPr>
          <p:spPr>
            <a:xfrm>
              <a:off x="8649025" y="14740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1"/>
            <p:cNvSpPr/>
            <p:nvPr/>
          </p:nvSpPr>
          <p:spPr>
            <a:xfrm>
              <a:off x="-806525" y="7962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1"/>
            <p:cNvSpPr/>
            <p:nvPr/>
          </p:nvSpPr>
          <p:spPr>
            <a:xfrm>
              <a:off x="4621675" y="-36662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2"/>
          <p:cNvSpPr txBox="1"/>
          <p:nvPr>
            <p:ph hasCustomPrompt="1" type="title"/>
          </p:nvPr>
        </p:nvSpPr>
        <p:spPr>
          <a:xfrm>
            <a:off x="2033925" y="1078300"/>
            <a:ext cx="50763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6" name="Google Shape;236;p72"/>
          <p:cNvSpPr txBox="1"/>
          <p:nvPr>
            <p:ph idx="1" type="subTitle"/>
          </p:nvPr>
        </p:nvSpPr>
        <p:spPr>
          <a:xfrm>
            <a:off x="2033925" y="2596175"/>
            <a:ext cx="5076300" cy="4971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37" name="Google Shape;237;p72"/>
          <p:cNvGrpSpPr/>
          <p:nvPr/>
        </p:nvGrpSpPr>
        <p:grpSpPr>
          <a:xfrm>
            <a:off x="24" y="3732032"/>
            <a:ext cx="9144121" cy="1411500"/>
            <a:chOff x="24" y="3732032"/>
            <a:chExt cx="9144121" cy="1411500"/>
          </a:xfrm>
        </p:grpSpPr>
        <p:sp>
          <p:nvSpPr>
            <p:cNvPr id="238" name="Google Shape;238;p72"/>
            <p:cNvSpPr/>
            <p:nvPr/>
          </p:nvSpPr>
          <p:spPr>
            <a:xfrm>
              <a:off x="25" y="3732032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9" name="Google Shape;239;p72"/>
            <p:cNvGrpSpPr/>
            <p:nvPr/>
          </p:nvGrpSpPr>
          <p:grpSpPr>
            <a:xfrm>
              <a:off x="24" y="4047302"/>
              <a:ext cx="9144121" cy="1096230"/>
              <a:chOff x="985425" y="3550775"/>
              <a:chExt cx="4753650" cy="587350"/>
            </a:xfrm>
          </p:grpSpPr>
          <p:sp>
            <p:nvSpPr>
              <p:cNvPr id="240" name="Google Shape;240;p72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72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72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72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4" name="Google Shape;244;p72"/>
          <p:cNvGrpSpPr/>
          <p:nvPr/>
        </p:nvGrpSpPr>
        <p:grpSpPr>
          <a:xfrm>
            <a:off x="-821775" y="-138350"/>
            <a:ext cx="10772913" cy="2000629"/>
            <a:chOff x="-821775" y="-138350"/>
            <a:chExt cx="10772913" cy="2000629"/>
          </a:xfrm>
        </p:grpSpPr>
        <p:sp>
          <p:nvSpPr>
            <p:cNvPr id="245" name="Google Shape;245;p72"/>
            <p:cNvSpPr/>
            <p:nvPr/>
          </p:nvSpPr>
          <p:spPr>
            <a:xfrm>
              <a:off x="2033925" y="-1383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72"/>
            <p:cNvSpPr/>
            <p:nvPr/>
          </p:nvSpPr>
          <p:spPr>
            <a:xfrm>
              <a:off x="-821775" y="1132088"/>
              <a:ext cx="2126314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72"/>
            <p:cNvSpPr/>
            <p:nvPr/>
          </p:nvSpPr>
          <p:spPr>
            <a:xfrm flipH="1">
              <a:off x="7824825" y="866850"/>
              <a:ext cx="2126313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3"/>
          <p:cNvSpPr txBox="1"/>
          <p:nvPr>
            <p:ph type="title"/>
          </p:nvPr>
        </p:nvSpPr>
        <p:spPr>
          <a:xfrm>
            <a:off x="2223600" y="539500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0" name="Google Shape;250;p73"/>
          <p:cNvSpPr txBox="1"/>
          <p:nvPr>
            <p:ph idx="1" type="subTitle"/>
          </p:nvPr>
        </p:nvSpPr>
        <p:spPr>
          <a:xfrm>
            <a:off x="2223600" y="1297501"/>
            <a:ext cx="4696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" name="Google Shape;251;p73"/>
          <p:cNvSpPr txBox="1"/>
          <p:nvPr>
            <p:ph idx="2" type="title"/>
          </p:nvPr>
        </p:nvSpPr>
        <p:spPr>
          <a:xfrm>
            <a:off x="2223600" y="1837206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73"/>
          <p:cNvSpPr txBox="1"/>
          <p:nvPr>
            <p:ph idx="3" type="subTitle"/>
          </p:nvPr>
        </p:nvSpPr>
        <p:spPr>
          <a:xfrm>
            <a:off x="2223600" y="2597778"/>
            <a:ext cx="4696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73"/>
          <p:cNvSpPr txBox="1"/>
          <p:nvPr>
            <p:ph idx="4" type="title"/>
          </p:nvPr>
        </p:nvSpPr>
        <p:spPr>
          <a:xfrm>
            <a:off x="2223600" y="3134913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73"/>
          <p:cNvSpPr txBox="1"/>
          <p:nvPr>
            <p:ph idx="5" type="subTitle"/>
          </p:nvPr>
        </p:nvSpPr>
        <p:spPr>
          <a:xfrm>
            <a:off x="2223600" y="3898056"/>
            <a:ext cx="46968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55" name="Google Shape;255;p73"/>
          <p:cNvGrpSpPr/>
          <p:nvPr/>
        </p:nvGrpSpPr>
        <p:grpSpPr>
          <a:xfrm>
            <a:off x="-1285225" y="-285175"/>
            <a:ext cx="11963863" cy="2033091"/>
            <a:chOff x="-1285225" y="-285175"/>
            <a:chExt cx="11963863" cy="2033091"/>
          </a:xfrm>
        </p:grpSpPr>
        <p:sp>
          <p:nvSpPr>
            <p:cNvPr id="256" name="Google Shape;256;p73"/>
            <p:cNvSpPr/>
            <p:nvPr/>
          </p:nvSpPr>
          <p:spPr>
            <a:xfrm>
              <a:off x="8552325" y="1017725"/>
              <a:ext cx="2126313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3"/>
            <p:cNvSpPr/>
            <p:nvPr/>
          </p:nvSpPr>
          <p:spPr>
            <a:xfrm>
              <a:off x="5205675" y="-285175"/>
              <a:ext cx="2126313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73"/>
            <p:cNvSpPr/>
            <p:nvPr/>
          </p:nvSpPr>
          <p:spPr>
            <a:xfrm>
              <a:off x="-1285225" y="445025"/>
              <a:ext cx="2126314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73"/>
          <p:cNvGrpSpPr/>
          <p:nvPr/>
        </p:nvGrpSpPr>
        <p:grpSpPr>
          <a:xfrm>
            <a:off x="0" y="4419482"/>
            <a:ext cx="9144145" cy="724542"/>
            <a:chOff x="0" y="4419482"/>
            <a:chExt cx="9144145" cy="724542"/>
          </a:xfrm>
        </p:grpSpPr>
        <p:sp>
          <p:nvSpPr>
            <p:cNvPr id="260" name="Google Shape;260;p73"/>
            <p:cNvSpPr/>
            <p:nvPr/>
          </p:nvSpPr>
          <p:spPr>
            <a:xfrm>
              <a:off x="0" y="4419482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73"/>
            <p:cNvGrpSpPr/>
            <p:nvPr/>
          </p:nvGrpSpPr>
          <p:grpSpPr>
            <a:xfrm flipH="1">
              <a:off x="24" y="4738106"/>
              <a:ext cx="9144121" cy="405918"/>
              <a:chOff x="985425" y="3550775"/>
              <a:chExt cx="4753650" cy="587350"/>
            </a:xfrm>
          </p:grpSpPr>
          <p:sp>
            <p:nvSpPr>
              <p:cNvPr id="262" name="Google Shape;262;p73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73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73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73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68" name="Google Shape;268;p74"/>
          <p:cNvGrpSpPr/>
          <p:nvPr/>
        </p:nvGrpSpPr>
        <p:grpSpPr>
          <a:xfrm>
            <a:off x="-806525" y="-366625"/>
            <a:ext cx="10975300" cy="5510618"/>
            <a:chOff x="-806525" y="-366625"/>
            <a:chExt cx="10975300" cy="5510618"/>
          </a:xfrm>
        </p:grpSpPr>
        <p:grpSp>
          <p:nvGrpSpPr>
            <p:cNvPr id="269" name="Google Shape;269;p74"/>
            <p:cNvGrpSpPr/>
            <p:nvPr/>
          </p:nvGrpSpPr>
          <p:grpSpPr>
            <a:xfrm flipH="1"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270" name="Google Shape;270;p74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71" name="Google Shape;271;p74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272" name="Google Shape;272;p74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74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74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74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76" name="Google Shape;276;p74"/>
            <p:cNvSpPr/>
            <p:nvPr/>
          </p:nvSpPr>
          <p:spPr>
            <a:xfrm>
              <a:off x="8649025" y="14740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74"/>
            <p:cNvSpPr/>
            <p:nvPr/>
          </p:nvSpPr>
          <p:spPr>
            <a:xfrm>
              <a:off x="-806525" y="7962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4"/>
            <p:cNvSpPr/>
            <p:nvPr/>
          </p:nvSpPr>
          <p:spPr>
            <a:xfrm>
              <a:off x="4621675" y="-36662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5"/>
          <p:cNvSpPr txBox="1"/>
          <p:nvPr>
            <p:ph type="title"/>
          </p:nvPr>
        </p:nvSpPr>
        <p:spPr>
          <a:xfrm>
            <a:off x="720000" y="1446425"/>
            <a:ext cx="27114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1" name="Google Shape;281;p75"/>
          <p:cNvSpPr txBox="1"/>
          <p:nvPr>
            <p:ph idx="1" type="subTitle"/>
          </p:nvPr>
        </p:nvSpPr>
        <p:spPr>
          <a:xfrm>
            <a:off x="720000" y="2503950"/>
            <a:ext cx="2711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2" name="Google Shape;282;p75"/>
          <p:cNvGrpSpPr/>
          <p:nvPr/>
        </p:nvGrpSpPr>
        <p:grpSpPr>
          <a:xfrm>
            <a:off x="-1108450" y="-317275"/>
            <a:ext cx="11429625" cy="5461268"/>
            <a:chOff x="-1108450" y="-317275"/>
            <a:chExt cx="11429625" cy="5461268"/>
          </a:xfrm>
        </p:grpSpPr>
        <p:grpSp>
          <p:nvGrpSpPr>
            <p:cNvPr id="283" name="Google Shape;283;p75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284" name="Google Shape;284;p75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85" name="Google Shape;285;p75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286" name="Google Shape;286;p75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p75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" name="Google Shape;288;p75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" name="Google Shape;289;p75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90" name="Google Shape;290;p75"/>
            <p:cNvSpPr/>
            <p:nvPr/>
          </p:nvSpPr>
          <p:spPr>
            <a:xfrm>
              <a:off x="7151025" y="-31727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5"/>
            <p:cNvSpPr/>
            <p:nvPr/>
          </p:nvSpPr>
          <p:spPr>
            <a:xfrm>
              <a:off x="-1108450" y="20008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75"/>
            <p:cNvSpPr/>
            <p:nvPr/>
          </p:nvSpPr>
          <p:spPr>
            <a:xfrm>
              <a:off x="8801425" y="34360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6"/>
          <p:cNvSpPr txBox="1"/>
          <p:nvPr>
            <p:ph type="title"/>
          </p:nvPr>
        </p:nvSpPr>
        <p:spPr>
          <a:xfrm>
            <a:off x="5792975" y="1446425"/>
            <a:ext cx="26379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5" name="Google Shape;295;p76"/>
          <p:cNvSpPr txBox="1"/>
          <p:nvPr>
            <p:ph idx="1" type="subTitle"/>
          </p:nvPr>
        </p:nvSpPr>
        <p:spPr>
          <a:xfrm>
            <a:off x="5792975" y="2503950"/>
            <a:ext cx="2637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6" name="Google Shape;296;p76"/>
          <p:cNvGrpSpPr/>
          <p:nvPr/>
        </p:nvGrpSpPr>
        <p:grpSpPr>
          <a:xfrm>
            <a:off x="-680250" y="136250"/>
            <a:ext cx="10524275" cy="5007743"/>
            <a:chOff x="-680250" y="136250"/>
            <a:chExt cx="10524275" cy="5007743"/>
          </a:xfrm>
        </p:grpSpPr>
        <p:sp>
          <p:nvSpPr>
            <p:cNvPr id="297" name="Google Shape;297;p76"/>
            <p:cNvSpPr/>
            <p:nvPr/>
          </p:nvSpPr>
          <p:spPr>
            <a:xfrm>
              <a:off x="-680250" y="1362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76"/>
            <p:cNvSpPr/>
            <p:nvPr/>
          </p:nvSpPr>
          <p:spPr>
            <a:xfrm>
              <a:off x="8324275" y="2876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9" name="Google Shape;299;p76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300" name="Google Shape;300;p76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01" name="Google Shape;301;p76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302" name="Google Shape;302;p76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" name="Google Shape;303;p76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" name="Google Shape;304;p76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" name="Google Shape;305;p76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7"/>
          <p:cNvSpPr txBox="1"/>
          <p:nvPr>
            <p:ph type="title"/>
          </p:nvPr>
        </p:nvSpPr>
        <p:spPr>
          <a:xfrm>
            <a:off x="720000" y="1446425"/>
            <a:ext cx="26205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8" name="Google Shape;308;p77"/>
          <p:cNvSpPr txBox="1"/>
          <p:nvPr>
            <p:ph idx="1" type="subTitle"/>
          </p:nvPr>
        </p:nvSpPr>
        <p:spPr>
          <a:xfrm>
            <a:off x="720000" y="2503950"/>
            <a:ext cx="2620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9" name="Google Shape;309;p77"/>
          <p:cNvGrpSpPr/>
          <p:nvPr/>
        </p:nvGrpSpPr>
        <p:grpSpPr>
          <a:xfrm>
            <a:off x="-806525" y="-366625"/>
            <a:ext cx="10975300" cy="5510618"/>
            <a:chOff x="-806525" y="-366625"/>
            <a:chExt cx="10975300" cy="5510618"/>
          </a:xfrm>
        </p:grpSpPr>
        <p:grpSp>
          <p:nvGrpSpPr>
            <p:cNvPr id="310" name="Google Shape;310;p77"/>
            <p:cNvGrpSpPr/>
            <p:nvPr/>
          </p:nvGrpSpPr>
          <p:grpSpPr>
            <a:xfrm flipH="1"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311" name="Google Shape;311;p77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12" name="Google Shape;312;p77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313" name="Google Shape;313;p77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77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" name="Google Shape;315;p77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" name="Google Shape;316;p77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17" name="Google Shape;317;p77"/>
            <p:cNvSpPr/>
            <p:nvPr/>
          </p:nvSpPr>
          <p:spPr>
            <a:xfrm>
              <a:off x="8649025" y="14740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7"/>
            <p:cNvSpPr/>
            <p:nvPr/>
          </p:nvSpPr>
          <p:spPr>
            <a:xfrm>
              <a:off x="-806525" y="7962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77"/>
            <p:cNvSpPr/>
            <p:nvPr/>
          </p:nvSpPr>
          <p:spPr>
            <a:xfrm>
              <a:off x="4621675" y="-36662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22" name="Google Shape;322;p78"/>
          <p:cNvGrpSpPr/>
          <p:nvPr/>
        </p:nvGrpSpPr>
        <p:grpSpPr>
          <a:xfrm>
            <a:off x="-1108450" y="-317275"/>
            <a:ext cx="11429625" cy="5461268"/>
            <a:chOff x="-1108450" y="-317275"/>
            <a:chExt cx="11429625" cy="5461268"/>
          </a:xfrm>
        </p:grpSpPr>
        <p:grpSp>
          <p:nvGrpSpPr>
            <p:cNvPr id="323" name="Google Shape;323;p78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324" name="Google Shape;324;p78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5" name="Google Shape;325;p78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326" name="Google Shape;326;p78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78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78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78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30" name="Google Shape;330;p78"/>
            <p:cNvSpPr/>
            <p:nvPr/>
          </p:nvSpPr>
          <p:spPr>
            <a:xfrm>
              <a:off x="7151025" y="-31727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78"/>
            <p:cNvSpPr/>
            <p:nvPr/>
          </p:nvSpPr>
          <p:spPr>
            <a:xfrm>
              <a:off x="-1108450" y="20008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78"/>
            <p:cNvSpPr/>
            <p:nvPr/>
          </p:nvSpPr>
          <p:spPr>
            <a:xfrm>
              <a:off x="8801425" y="34360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9"/>
          <p:cNvSpPr txBox="1"/>
          <p:nvPr>
            <p:ph type="title"/>
          </p:nvPr>
        </p:nvSpPr>
        <p:spPr>
          <a:xfrm>
            <a:off x="713225" y="1658375"/>
            <a:ext cx="41451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5" name="Google Shape;335;p79"/>
          <p:cNvSpPr txBox="1"/>
          <p:nvPr>
            <p:ph idx="2" type="title"/>
          </p:nvPr>
        </p:nvSpPr>
        <p:spPr>
          <a:xfrm>
            <a:off x="789425" y="618100"/>
            <a:ext cx="900900" cy="9009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79"/>
          <p:cNvSpPr txBox="1"/>
          <p:nvPr>
            <p:ph idx="1" type="subTitle"/>
          </p:nvPr>
        </p:nvSpPr>
        <p:spPr>
          <a:xfrm>
            <a:off x="713225" y="3176550"/>
            <a:ext cx="41451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7" name="Google Shape;337;p79"/>
          <p:cNvGrpSpPr/>
          <p:nvPr/>
        </p:nvGrpSpPr>
        <p:grpSpPr>
          <a:xfrm flipH="1">
            <a:off x="24" y="3732032"/>
            <a:ext cx="9144121" cy="1411500"/>
            <a:chOff x="24" y="3732032"/>
            <a:chExt cx="9144121" cy="1411500"/>
          </a:xfrm>
        </p:grpSpPr>
        <p:sp>
          <p:nvSpPr>
            <p:cNvPr id="338" name="Google Shape;338;p79"/>
            <p:cNvSpPr/>
            <p:nvPr/>
          </p:nvSpPr>
          <p:spPr>
            <a:xfrm>
              <a:off x="25" y="3732032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9" name="Google Shape;339;p79"/>
            <p:cNvGrpSpPr/>
            <p:nvPr/>
          </p:nvGrpSpPr>
          <p:grpSpPr>
            <a:xfrm>
              <a:off x="24" y="4047302"/>
              <a:ext cx="9144121" cy="1096230"/>
              <a:chOff x="985425" y="3550775"/>
              <a:chExt cx="4753650" cy="587350"/>
            </a:xfrm>
          </p:grpSpPr>
          <p:sp>
            <p:nvSpPr>
              <p:cNvPr id="340" name="Google Shape;340;p79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79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79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79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4" name="Google Shape;344;p79"/>
          <p:cNvGrpSpPr/>
          <p:nvPr/>
        </p:nvGrpSpPr>
        <p:grpSpPr>
          <a:xfrm>
            <a:off x="6073350" y="-378350"/>
            <a:ext cx="4271788" cy="2311566"/>
            <a:chOff x="6073350" y="-378350"/>
            <a:chExt cx="4271788" cy="2311566"/>
          </a:xfrm>
        </p:grpSpPr>
        <p:sp>
          <p:nvSpPr>
            <p:cNvPr id="345" name="Google Shape;345;p79"/>
            <p:cNvSpPr/>
            <p:nvPr/>
          </p:nvSpPr>
          <p:spPr>
            <a:xfrm>
              <a:off x="6073350" y="-3783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79"/>
            <p:cNvSpPr/>
            <p:nvPr/>
          </p:nvSpPr>
          <p:spPr>
            <a:xfrm>
              <a:off x="8218825" y="1203025"/>
              <a:ext cx="2126313" cy="730191"/>
            </a:xfrm>
            <a:custGeom>
              <a:rect b="b" l="l" r="r" t="t"/>
              <a:pathLst>
                <a:path extrusionOk="0" h="17840" w="51950">
                  <a:moveTo>
                    <a:pt x="15788" y="0"/>
                  </a:moveTo>
                  <a:cubicBezTo>
                    <a:pt x="15692" y="0"/>
                    <a:pt x="15597" y="4"/>
                    <a:pt x="15501" y="11"/>
                  </a:cubicBezTo>
                  <a:cubicBezTo>
                    <a:pt x="13328" y="193"/>
                    <a:pt x="11493" y="2305"/>
                    <a:pt x="11614" y="4502"/>
                  </a:cubicBezTo>
                  <a:cubicBezTo>
                    <a:pt x="11091" y="3570"/>
                    <a:pt x="10026" y="3014"/>
                    <a:pt x="8970" y="3014"/>
                  </a:cubicBezTo>
                  <a:cubicBezTo>
                    <a:pt x="8564" y="3014"/>
                    <a:pt x="8159" y="3097"/>
                    <a:pt x="7787" y="3271"/>
                  </a:cubicBezTo>
                  <a:cubicBezTo>
                    <a:pt x="7654" y="3331"/>
                    <a:pt x="7521" y="3416"/>
                    <a:pt x="7401" y="3500"/>
                  </a:cubicBezTo>
                  <a:cubicBezTo>
                    <a:pt x="7099" y="3706"/>
                    <a:pt x="6845" y="3983"/>
                    <a:pt x="6652" y="4285"/>
                  </a:cubicBezTo>
                  <a:cubicBezTo>
                    <a:pt x="6257" y="4171"/>
                    <a:pt x="5800" y="4108"/>
                    <a:pt x="5324" y="4108"/>
                  </a:cubicBezTo>
                  <a:cubicBezTo>
                    <a:pt x="3778" y="4108"/>
                    <a:pt x="2018" y="4777"/>
                    <a:pt x="1437" y="6567"/>
                  </a:cubicBezTo>
                  <a:cubicBezTo>
                    <a:pt x="1292" y="7002"/>
                    <a:pt x="1231" y="7460"/>
                    <a:pt x="1268" y="7919"/>
                  </a:cubicBezTo>
                  <a:cubicBezTo>
                    <a:pt x="1280" y="8088"/>
                    <a:pt x="1304" y="8257"/>
                    <a:pt x="1352" y="8426"/>
                  </a:cubicBezTo>
                  <a:cubicBezTo>
                    <a:pt x="906" y="8438"/>
                    <a:pt x="495" y="8692"/>
                    <a:pt x="278" y="9090"/>
                  </a:cubicBezTo>
                  <a:cubicBezTo>
                    <a:pt x="48" y="9549"/>
                    <a:pt x="0" y="10080"/>
                    <a:pt x="145" y="10575"/>
                  </a:cubicBezTo>
                  <a:cubicBezTo>
                    <a:pt x="511" y="12030"/>
                    <a:pt x="1808" y="12951"/>
                    <a:pt x="3181" y="12951"/>
                  </a:cubicBezTo>
                  <a:cubicBezTo>
                    <a:pt x="3665" y="12951"/>
                    <a:pt x="4158" y="12837"/>
                    <a:pt x="4624" y="12591"/>
                  </a:cubicBezTo>
                  <a:cubicBezTo>
                    <a:pt x="5276" y="13738"/>
                    <a:pt x="6531" y="14462"/>
                    <a:pt x="7835" y="14619"/>
                  </a:cubicBezTo>
                  <a:cubicBezTo>
                    <a:pt x="8051" y="14647"/>
                    <a:pt x="8267" y="14661"/>
                    <a:pt x="8483" y="14661"/>
                  </a:cubicBezTo>
                  <a:cubicBezTo>
                    <a:pt x="9573" y="14661"/>
                    <a:pt x="10655" y="14319"/>
                    <a:pt x="11602" y="13774"/>
                  </a:cubicBezTo>
                  <a:lnTo>
                    <a:pt x="11602" y="13774"/>
                  </a:lnTo>
                  <a:cubicBezTo>
                    <a:pt x="10950" y="15597"/>
                    <a:pt x="12773" y="17022"/>
                    <a:pt x="13534" y="17360"/>
                  </a:cubicBezTo>
                  <a:cubicBezTo>
                    <a:pt x="14250" y="17678"/>
                    <a:pt x="15062" y="17840"/>
                    <a:pt x="15893" y="17840"/>
                  </a:cubicBezTo>
                  <a:cubicBezTo>
                    <a:pt x="17809" y="17840"/>
                    <a:pt x="19824" y="16980"/>
                    <a:pt x="20995" y="15187"/>
                  </a:cubicBezTo>
                  <a:cubicBezTo>
                    <a:pt x="20995" y="15187"/>
                    <a:pt x="21706" y="16132"/>
                    <a:pt x="22856" y="16132"/>
                  </a:cubicBezTo>
                  <a:cubicBezTo>
                    <a:pt x="22987" y="16132"/>
                    <a:pt x="23123" y="16119"/>
                    <a:pt x="23264" y="16092"/>
                  </a:cubicBezTo>
                  <a:cubicBezTo>
                    <a:pt x="24303" y="15899"/>
                    <a:pt x="24725" y="15259"/>
                    <a:pt x="24906" y="14813"/>
                  </a:cubicBezTo>
                  <a:cubicBezTo>
                    <a:pt x="25800" y="15748"/>
                    <a:pt x="27032" y="16272"/>
                    <a:pt x="28317" y="16272"/>
                  </a:cubicBezTo>
                  <a:cubicBezTo>
                    <a:pt x="28507" y="16272"/>
                    <a:pt x="28698" y="16261"/>
                    <a:pt x="28890" y="16237"/>
                  </a:cubicBezTo>
                  <a:cubicBezTo>
                    <a:pt x="30761" y="16044"/>
                    <a:pt x="31788" y="15187"/>
                    <a:pt x="32343" y="14161"/>
                  </a:cubicBezTo>
                  <a:cubicBezTo>
                    <a:pt x="32774" y="14341"/>
                    <a:pt x="33189" y="14419"/>
                    <a:pt x="33540" y="14419"/>
                  </a:cubicBezTo>
                  <a:cubicBezTo>
                    <a:pt x="33730" y="14419"/>
                    <a:pt x="33901" y="14396"/>
                    <a:pt x="34045" y="14354"/>
                  </a:cubicBezTo>
                  <a:cubicBezTo>
                    <a:pt x="35953" y="13774"/>
                    <a:pt x="35856" y="12265"/>
                    <a:pt x="35615" y="11891"/>
                  </a:cubicBezTo>
                  <a:lnTo>
                    <a:pt x="35615" y="11891"/>
                  </a:lnTo>
                  <a:cubicBezTo>
                    <a:pt x="35769" y="11959"/>
                    <a:pt x="35935" y="11991"/>
                    <a:pt x="36104" y="11991"/>
                  </a:cubicBezTo>
                  <a:cubicBezTo>
                    <a:pt x="36174" y="11991"/>
                    <a:pt x="36245" y="11986"/>
                    <a:pt x="36315" y="11976"/>
                  </a:cubicBezTo>
                  <a:cubicBezTo>
                    <a:pt x="36641" y="11927"/>
                    <a:pt x="37039" y="11746"/>
                    <a:pt x="37474" y="11287"/>
                  </a:cubicBezTo>
                  <a:lnTo>
                    <a:pt x="37631" y="11348"/>
                  </a:lnTo>
                  <a:cubicBezTo>
                    <a:pt x="38348" y="11600"/>
                    <a:pt x="39103" y="11735"/>
                    <a:pt x="39860" y="11735"/>
                  </a:cubicBezTo>
                  <a:cubicBezTo>
                    <a:pt x="40047" y="11735"/>
                    <a:pt x="40233" y="11727"/>
                    <a:pt x="40420" y="11710"/>
                  </a:cubicBezTo>
                  <a:cubicBezTo>
                    <a:pt x="42025" y="11577"/>
                    <a:pt x="43269" y="10841"/>
                    <a:pt x="44090" y="10285"/>
                  </a:cubicBezTo>
                  <a:cubicBezTo>
                    <a:pt x="45164" y="10225"/>
                    <a:pt x="46166" y="10165"/>
                    <a:pt x="47156" y="10032"/>
                  </a:cubicBezTo>
                  <a:cubicBezTo>
                    <a:pt x="47410" y="9996"/>
                    <a:pt x="47663" y="9959"/>
                    <a:pt x="47917" y="9923"/>
                  </a:cubicBezTo>
                  <a:cubicBezTo>
                    <a:pt x="48943" y="9742"/>
                    <a:pt x="49969" y="9476"/>
                    <a:pt x="50947" y="9126"/>
                  </a:cubicBezTo>
                  <a:cubicBezTo>
                    <a:pt x="51128" y="9054"/>
                    <a:pt x="51309" y="8994"/>
                    <a:pt x="51490" y="8921"/>
                  </a:cubicBezTo>
                  <a:cubicBezTo>
                    <a:pt x="51937" y="8752"/>
                    <a:pt x="51949" y="8523"/>
                    <a:pt x="51647" y="8305"/>
                  </a:cubicBezTo>
                  <a:cubicBezTo>
                    <a:pt x="51101" y="7925"/>
                    <a:pt x="49573" y="7569"/>
                    <a:pt x="47926" y="7569"/>
                  </a:cubicBezTo>
                  <a:cubicBezTo>
                    <a:pt x="47899" y="7569"/>
                    <a:pt x="47872" y="7569"/>
                    <a:pt x="47844" y="7569"/>
                  </a:cubicBezTo>
                  <a:cubicBezTo>
                    <a:pt x="46444" y="7569"/>
                    <a:pt x="43740" y="8317"/>
                    <a:pt x="43740" y="8317"/>
                  </a:cubicBezTo>
                  <a:cubicBezTo>
                    <a:pt x="43177" y="7816"/>
                    <a:pt x="41789" y="7350"/>
                    <a:pt x="40267" y="7350"/>
                  </a:cubicBezTo>
                  <a:cubicBezTo>
                    <a:pt x="39112" y="7350"/>
                    <a:pt x="37880" y="7618"/>
                    <a:pt x="36870" y="8342"/>
                  </a:cubicBezTo>
                  <a:cubicBezTo>
                    <a:pt x="36454" y="7174"/>
                    <a:pt x="35206" y="6467"/>
                    <a:pt x="33994" y="6467"/>
                  </a:cubicBezTo>
                  <a:cubicBezTo>
                    <a:pt x="33376" y="6467"/>
                    <a:pt x="32767" y="6651"/>
                    <a:pt x="32283" y="7050"/>
                  </a:cubicBezTo>
                  <a:cubicBezTo>
                    <a:pt x="32790" y="4563"/>
                    <a:pt x="30882" y="1859"/>
                    <a:pt x="28395" y="1508"/>
                  </a:cubicBezTo>
                  <a:cubicBezTo>
                    <a:pt x="28210" y="1483"/>
                    <a:pt x="28025" y="1470"/>
                    <a:pt x="27840" y="1470"/>
                  </a:cubicBezTo>
                  <a:cubicBezTo>
                    <a:pt x="25532" y="1470"/>
                    <a:pt x="23335" y="3434"/>
                    <a:pt x="23168" y="5770"/>
                  </a:cubicBezTo>
                  <a:cubicBezTo>
                    <a:pt x="23243" y="4585"/>
                    <a:pt x="22084" y="3601"/>
                    <a:pt x="20957" y="3601"/>
                  </a:cubicBezTo>
                  <a:cubicBezTo>
                    <a:pt x="20649" y="3601"/>
                    <a:pt x="20343" y="3675"/>
                    <a:pt x="20065" y="3838"/>
                  </a:cubicBezTo>
                  <a:cubicBezTo>
                    <a:pt x="19846" y="1737"/>
                    <a:pt x="17871" y="0"/>
                    <a:pt x="157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9" name="Google Shape;349;p80"/>
          <p:cNvSpPr txBox="1"/>
          <p:nvPr>
            <p:ph idx="1" type="subTitle"/>
          </p:nvPr>
        </p:nvSpPr>
        <p:spPr>
          <a:xfrm>
            <a:off x="2286442" y="1845453"/>
            <a:ext cx="20856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80"/>
          <p:cNvSpPr txBox="1"/>
          <p:nvPr>
            <p:ph idx="2" type="subTitle"/>
          </p:nvPr>
        </p:nvSpPr>
        <p:spPr>
          <a:xfrm>
            <a:off x="4768145" y="1845453"/>
            <a:ext cx="20856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80"/>
          <p:cNvSpPr txBox="1"/>
          <p:nvPr>
            <p:ph idx="3" type="subTitle"/>
          </p:nvPr>
        </p:nvSpPr>
        <p:spPr>
          <a:xfrm>
            <a:off x="1043828" y="3387875"/>
            <a:ext cx="20856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80"/>
          <p:cNvSpPr txBox="1"/>
          <p:nvPr>
            <p:ph idx="4" type="subTitle"/>
          </p:nvPr>
        </p:nvSpPr>
        <p:spPr>
          <a:xfrm>
            <a:off x="3527294" y="3387875"/>
            <a:ext cx="20856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80"/>
          <p:cNvSpPr txBox="1"/>
          <p:nvPr>
            <p:ph idx="5" type="subTitle"/>
          </p:nvPr>
        </p:nvSpPr>
        <p:spPr>
          <a:xfrm>
            <a:off x="6010759" y="3387875"/>
            <a:ext cx="20856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80"/>
          <p:cNvSpPr txBox="1"/>
          <p:nvPr>
            <p:ph idx="6" type="subTitle"/>
          </p:nvPr>
        </p:nvSpPr>
        <p:spPr>
          <a:xfrm>
            <a:off x="2284869" y="1550250"/>
            <a:ext cx="2088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355" name="Google Shape;355;p80"/>
          <p:cNvSpPr txBox="1"/>
          <p:nvPr>
            <p:ph idx="7" type="subTitle"/>
          </p:nvPr>
        </p:nvSpPr>
        <p:spPr>
          <a:xfrm>
            <a:off x="4766567" y="1550250"/>
            <a:ext cx="2088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356" name="Google Shape;356;p80"/>
          <p:cNvSpPr txBox="1"/>
          <p:nvPr>
            <p:ph idx="8" type="subTitle"/>
          </p:nvPr>
        </p:nvSpPr>
        <p:spPr>
          <a:xfrm>
            <a:off x="1042250" y="3091556"/>
            <a:ext cx="2088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357" name="Google Shape;357;p80"/>
          <p:cNvSpPr txBox="1"/>
          <p:nvPr>
            <p:ph idx="9" type="subTitle"/>
          </p:nvPr>
        </p:nvSpPr>
        <p:spPr>
          <a:xfrm>
            <a:off x="3525710" y="3091556"/>
            <a:ext cx="2088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358" name="Google Shape;358;p80"/>
          <p:cNvSpPr txBox="1"/>
          <p:nvPr>
            <p:ph idx="13" type="subTitle"/>
          </p:nvPr>
        </p:nvSpPr>
        <p:spPr>
          <a:xfrm>
            <a:off x="6009171" y="3091556"/>
            <a:ext cx="2088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grpSp>
        <p:nvGrpSpPr>
          <p:cNvPr id="359" name="Google Shape;359;p80"/>
          <p:cNvGrpSpPr/>
          <p:nvPr/>
        </p:nvGrpSpPr>
        <p:grpSpPr>
          <a:xfrm>
            <a:off x="-806525" y="-366625"/>
            <a:ext cx="10975300" cy="5510618"/>
            <a:chOff x="-806525" y="-366625"/>
            <a:chExt cx="10975300" cy="5510618"/>
          </a:xfrm>
        </p:grpSpPr>
        <p:grpSp>
          <p:nvGrpSpPr>
            <p:cNvPr id="360" name="Google Shape;360;p80"/>
            <p:cNvGrpSpPr/>
            <p:nvPr/>
          </p:nvGrpSpPr>
          <p:grpSpPr>
            <a:xfrm flipH="1"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361" name="Google Shape;361;p80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2" name="Google Shape;362;p80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363" name="Google Shape;363;p80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" name="Google Shape;364;p80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Google Shape;365;p80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80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67" name="Google Shape;367;p80"/>
            <p:cNvSpPr/>
            <p:nvPr/>
          </p:nvSpPr>
          <p:spPr>
            <a:xfrm>
              <a:off x="8649025" y="14740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80"/>
            <p:cNvSpPr/>
            <p:nvPr/>
          </p:nvSpPr>
          <p:spPr>
            <a:xfrm>
              <a:off x="-806525" y="7962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80"/>
            <p:cNvSpPr/>
            <p:nvPr/>
          </p:nvSpPr>
          <p:spPr>
            <a:xfrm>
              <a:off x="4621675" y="-36662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72" name="Google Shape;372;p81"/>
          <p:cNvGrpSpPr/>
          <p:nvPr/>
        </p:nvGrpSpPr>
        <p:grpSpPr>
          <a:xfrm>
            <a:off x="-680250" y="136250"/>
            <a:ext cx="10524275" cy="5007743"/>
            <a:chOff x="-680250" y="136250"/>
            <a:chExt cx="10524275" cy="5007743"/>
          </a:xfrm>
        </p:grpSpPr>
        <p:grpSp>
          <p:nvGrpSpPr>
            <p:cNvPr id="373" name="Google Shape;373;p81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374" name="Google Shape;374;p81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5" name="Google Shape;375;p81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376" name="Google Shape;376;p81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7" name="Google Shape;377;p81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" name="Google Shape;378;p81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" name="Google Shape;379;p81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80" name="Google Shape;380;p81"/>
            <p:cNvSpPr/>
            <p:nvPr/>
          </p:nvSpPr>
          <p:spPr>
            <a:xfrm>
              <a:off x="8324275" y="2876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81"/>
            <p:cNvSpPr/>
            <p:nvPr/>
          </p:nvSpPr>
          <p:spPr>
            <a:xfrm>
              <a:off x="-680250" y="1362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82"/>
          <p:cNvSpPr txBox="1"/>
          <p:nvPr>
            <p:ph idx="1" type="subTitle"/>
          </p:nvPr>
        </p:nvSpPr>
        <p:spPr>
          <a:xfrm>
            <a:off x="1585647" y="3684949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5" name="Google Shape;385;p82"/>
          <p:cNvSpPr txBox="1"/>
          <p:nvPr>
            <p:ph idx="2" type="subTitle"/>
          </p:nvPr>
        </p:nvSpPr>
        <p:spPr>
          <a:xfrm>
            <a:off x="5052763" y="3684949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6" name="Google Shape;386;p82"/>
          <p:cNvSpPr txBox="1"/>
          <p:nvPr>
            <p:ph idx="3" type="subTitle"/>
          </p:nvPr>
        </p:nvSpPr>
        <p:spPr>
          <a:xfrm>
            <a:off x="1585638" y="3300725"/>
            <a:ext cx="25056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387" name="Google Shape;387;p82"/>
          <p:cNvSpPr txBox="1"/>
          <p:nvPr>
            <p:ph idx="4" type="subTitle"/>
          </p:nvPr>
        </p:nvSpPr>
        <p:spPr>
          <a:xfrm>
            <a:off x="5052538" y="3300725"/>
            <a:ext cx="25056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stoga"/>
              <a:buNone/>
              <a:defRPr sz="20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grpSp>
        <p:nvGrpSpPr>
          <p:cNvPr id="388" name="Google Shape;388;p82"/>
          <p:cNvGrpSpPr/>
          <p:nvPr/>
        </p:nvGrpSpPr>
        <p:grpSpPr>
          <a:xfrm>
            <a:off x="-1108450" y="-317275"/>
            <a:ext cx="11429625" cy="5461268"/>
            <a:chOff x="-1108450" y="-317275"/>
            <a:chExt cx="11429625" cy="5461268"/>
          </a:xfrm>
        </p:grpSpPr>
        <p:grpSp>
          <p:nvGrpSpPr>
            <p:cNvPr id="389" name="Google Shape;389;p82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390" name="Google Shape;390;p82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1" name="Google Shape;391;p82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392" name="Google Shape;392;p82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82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82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82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96" name="Google Shape;396;p82"/>
            <p:cNvSpPr/>
            <p:nvPr/>
          </p:nvSpPr>
          <p:spPr>
            <a:xfrm>
              <a:off x="7151025" y="-31727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82"/>
            <p:cNvSpPr/>
            <p:nvPr/>
          </p:nvSpPr>
          <p:spPr>
            <a:xfrm>
              <a:off x="-1108450" y="20008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82"/>
            <p:cNvSpPr/>
            <p:nvPr/>
          </p:nvSpPr>
          <p:spPr>
            <a:xfrm>
              <a:off x="8801425" y="34360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AND_TWO_COLUMNS_1_2_1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3"/>
          <p:cNvSpPr txBox="1"/>
          <p:nvPr>
            <p:ph idx="1" type="body"/>
          </p:nvPr>
        </p:nvSpPr>
        <p:spPr>
          <a:xfrm>
            <a:off x="1223650" y="1762974"/>
            <a:ext cx="30189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9pPr>
          </a:lstStyle>
          <a:p/>
        </p:txBody>
      </p:sp>
      <p:sp>
        <p:nvSpPr>
          <p:cNvPr id="401" name="Google Shape;401;p83"/>
          <p:cNvSpPr txBox="1"/>
          <p:nvPr>
            <p:ph idx="2" type="body"/>
          </p:nvPr>
        </p:nvSpPr>
        <p:spPr>
          <a:xfrm>
            <a:off x="4901449" y="1762974"/>
            <a:ext cx="30189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9pPr>
          </a:lstStyle>
          <a:p/>
        </p:txBody>
      </p:sp>
      <p:sp>
        <p:nvSpPr>
          <p:cNvPr id="402" name="Google Shape;402;p83"/>
          <p:cNvSpPr txBox="1"/>
          <p:nvPr>
            <p:ph idx="3" type="subTitle"/>
          </p:nvPr>
        </p:nvSpPr>
        <p:spPr>
          <a:xfrm>
            <a:off x="1223650" y="1287495"/>
            <a:ext cx="301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403" name="Google Shape;403;p83"/>
          <p:cNvSpPr txBox="1"/>
          <p:nvPr>
            <p:ph idx="4" type="subTitle"/>
          </p:nvPr>
        </p:nvSpPr>
        <p:spPr>
          <a:xfrm>
            <a:off x="4901448" y="1287495"/>
            <a:ext cx="301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404" name="Google Shape;404;p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5" name="Google Shape;405;p83"/>
          <p:cNvSpPr txBox="1"/>
          <p:nvPr>
            <p:ph idx="5" type="subTitle"/>
          </p:nvPr>
        </p:nvSpPr>
        <p:spPr>
          <a:xfrm>
            <a:off x="1223650" y="2947075"/>
            <a:ext cx="301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406" name="Google Shape;406;p83"/>
          <p:cNvSpPr txBox="1"/>
          <p:nvPr>
            <p:ph idx="6" type="subTitle"/>
          </p:nvPr>
        </p:nvSpPr>
        <p:spPr>
          <a:xfrm>
            <a:off x="4901448" y="2947075"/>
            <a:ext cx="301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407" name="Google Shape;407;p83"/>
          <p:cNvSpPr txBox="1"/>
          <p:nvPr>
            <p:ph idx="7" type="body"/>
          </p:nvPr>
        </p:nvSpPr>
        <p:spPr>
          <a:xfrm>
            <a:off x="1223650" y="3422650"/>
            <a:ext cx="30189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9pPr>
          </a:lstStyle>
          <a:p/>
        </p:txBody>
      </p:sp>
      <p:sp>
        <p:nvSpPr>
          <p:cNvPr id="408" name="Google Shape;408;p83"/>
          <p:cNvSpPr txBox="1"/>
          <p:nvPr>
            <p:ph idx="8" type="body"/>
          </p:nvPr>
        </p:nvSpPr>
        <p:spPr>
          <a:xfrm>
            <a:off x="4901449" y="3422650"/>
            <a:ext cx="30189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lphaLcPeriod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romanLcPeriod"/>
              <a:defRPr/>
            </a:lvl9pPr>
          </a:lstStyle>
          <a:p/>
        </p:txBody>
      </p:sp>
      <p:grpSp>
        <p:nvGrpSpPr>
          <p:cNvPr id="409" name="Google Shape;409;p83"/>
          <p:cNvGrpSpPr/>
          <p:nvPr/>
        </p:nvGrpSpPr>
        <p:grpSpPr>
          <a:xfrm>
            <a:off x="-806525" y="-366625"/>
            <a:ext cx="10975300" cy="5510618"/>
            <a:chOff x="-806525" y="-366625"/>
            <a:chExt cx="10975300" cy="5510618"/>
          </a:xfrm>
        </p:grpSpPr>
        <p:grpSp>
          <p:nvGrpSpPr>
            <p:cNvPr id="410" name="Google Shape;410;p83"/>
            <p:cNvGrpSpPr/>
            <p:nvPr/>
          </p:nvGrpSpPr>
          <p:grpSpPr>
            <a:xfrm flipH="1"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411" name="Google Shape;411;p83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12" name="Google Shape;412;p83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413" name="Google Shape;413;p83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" name="Google Shape;414;p83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83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83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17" name="Google Shape;417;p83"/>
            <p:cNvSpPr/>
            <p:nvPr/>
          </p:nvSpPr>
          <p:spPr>
            <a:xfrm>
              <a:off x="8649025" y="14740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83"/>
            <p:cNvSpPr/>
            <p:nvPr/>
          </p:nvSpPr>
          <p:spPr>
            <a:xfrm>
              <a:off x="-806525" y="7962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83"/>
            <p:cNvSpPr/>
            <p:nvPr/>
          </p:nvSpPr>
          <p:spPr>
            <a:xfrm>
              <a:off x="4621675" y="-36662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2_1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2" name="Google Shape;422;p84"/>
          <p:cNvSpPr txBox="1"/>
          <p:nvPr>
            <p:ph idx="1" type="subTitle"/>
          </p:nvPr>
        </p:nvSpPr>
        <p:spPr>
          <a:xfrm>
            <a:off x="1356925" y="2513675"/>
            <a:ext cx="3018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423" name="Google Shape;423;p84"/>
          <p:cNvSpPr txBox="1"/>
          <p:nvPr>
            <p:ph idx="2" type="subTitle"/>
          </p:nvPr>
        </p:nvSpPr>
        <p:spPr>
          <a:xfrm>
            <a:off x="4768273" y="2513675"/>
            <a:ext cx="3018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0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stoga"/>
              <a:buNone/>
              <a:defRPr sz="2200"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424" name="Google Shape;424;p84"/>
          <p:cNvSpPr txBox="1"/>
          <p:nvPr>
            <p:ph idx="3" type="body"/>
          </p:nvPr>
        </p:nvSpPr>
        <p:spPr>
          <a:xfrm>
            <a:off x="1356925" y="2956525"/>
            <a:ext cx="30189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425" name="Google Shape;425;p84"/>
          <p:cNvSpPr txBox="1"/>
          <p:nvPr>
            <p:ph idx="4" type="body"/>
          </p:nvPr>
        </p:nvSpPr>
        <p:spPr>
          <a:xfrm>
            <a:off x="4768267" y="2956525"/>
            <a:ext cx="30189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grpSp>
        <p:nvGrpSpPr>
          <p:cNvPr id="426" name="Google Shape;426;p84"/>
          <p:cNvGrpSpPr/>
          <p:nvPr/>
        </p:nvGrpSpPr>
        <p:grpSpPr>
          <a:xfrm>
            <a:off x="-680250" y="136250"/>
            <a:ext cx="10524275" cy="5007743"/>
            <a:chOff x="-680250" y="136250"/>
            <a:chExt cx="10524275" cy="5007743"/>
          </a:xfrm>
        </p:grpSpPr>
        <p:grpSp>
          <p:nvGrpSpPr>
            <p:cNvPr id="427" name="Google Shape;427;p84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428" name="Google Shape;428;p84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9" name="Google Shape;429;p84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430" name="Google Shape;430;p84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" name="Google Shape;431;p84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84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" name="Google Shape;433;p84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34" name="Google Shape;434;p84"/>
            <p:cNvSpPr/>
            <p:nvPr/>
          </p:nvSpPr>
          <p:spPr>
            <a:xfrm>
              <a:off x="8324275" y="2876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84"/>
            <p:cNvSpPr/>
            <p:nvPr/>
          </p:nvSpPr>
          <p:spPr>
            <a:xfrm>
              <a:off x="-680250" y="1362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85"/>
          <p:cNvSpPr txBox="1"/>
          <p:nvPr>
            <p:ph type="title"/>
          </p:nvPr>
        </p:nvSpPr>
        <p:spPr>
          <a:xfrm>
            <a:off x="2347950" y="539502"/>
            <a:ext cx="44481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8" name="Google Shape;438;p85"/>
          <p:cNvSpPr txBox="1"/>
          <p:nvPr>
            <p:ph idx="1" type="subTitle"/>
          </p:nvPr>
        </p:nvSpPr>
        <p:spPr>
          <a:xfrm>
            <a:off x="2347900" y="167317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85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40" name="Google Shape;440;p85"/>
          <p:cNvGrpSpPr/>
          <p:nvPr/>
        </p:nvGrpSpPr>
        <p:grpSpPr>
          <a:xfrm>
            <a:off x="-561350" y="-317275"/>
            <a:ext cx="10266600" cy="5461268"/>
            <a:chOff x="-561350" y="-317275"/>
            <a:chExt cx="10266600" cy="5461268"/>
          </a:xfrm>
        </p:grpSpPr>
        <p:grpSp>
          <p:nvGrpSpPr>
            <p:cNvPr id="441" name="Google Shape;441;p85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442" name="Google Shape;442;p85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43" name="Google Shape;443;p85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444" name="Google Shape;444;p85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85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6" name="Google Shape;446;p85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85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48" name="Google Shape;448;p85"/>
            <p:cNvSpPr/>
            <p:nvPr/>
          </p:nvSpPr>
          <p:spPr>
            <a:xfrm>
              <a:off x="7151025" y="-31727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85"/>
            <p:cNvSpPr/>
            <p:nvPr/>
          </p:nvSpPr>
          <p:spPr>
            <a:xfrm>
              <a:off x="-561350" y="167317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85"/>
            <p:cNvSpPr/>
            <p:nvPr/>
          </p:nvSpPr>
          <p:spPr>
            <a:xfrm>
              <a:off x="8185500" y="1927788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oogle Shape;453;p90"/>
          <p:cNvGrpSpPr/>
          <p:nvPr/>
        </p:nvGrpSpPr>
        <p:grpSpPr>
          <a:xfrm>
            <a:off x="-806525" y="-366625"/>
            <a:ext cx="10975300" cy="5510618"/>
            <a:chOff x="-806525" y="-366625"/>
            <a:chExt cx="10975300" cy="5510618"/>
          </a:xfrm>
        </p:grpSpPr>
        <p:grpSp>
          <p:nvGrpSpPr>
            <p:cNvPr id="454" name="Google Shape;454;p90"/>
            <p:cNvGrpSpPr/>
            <p:nvPr/>
          </p:nvGrpSpPr>
          <p:grpSpPr>
            <a:xfrm flipH="1"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455" name="Google Shape;455;p90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6" name="Google Shape;456;p90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457" name="Google Shape;457;p90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Google Shape;458;p90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" name="Google Shape;459;p90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90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61" name="Google Shape;461;p90"/>
            <p:cNvSpPr/>
            <p:nvPr/>
          </p:nvSpPr>
          <p:spPr>
            <a:xfrm>
              <a:off x="8649025" y="14740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90"/>
            <p:cNvSpPr/>
            <p:nvPr/>
          </p:nvSpPr>
          <p:spPr>
            <a:xfrm>
              <a:off x="-806525" y="7962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90"/>
            <p:cNvSpPr/>
            <p:nvPr/>
          </p:nvSpPr>
          <p:spPr>
            <a:xfrm>
              <a:off x="4621675" y="-36662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91"/>
          <p:cNvGrpSpPr/>
          <p:nvPr/>
        </p:nvGrpSpPr>
        <p:grpSpPr>
          <a:xfrm>
            <a:off x="-1108450" y="-317275"/>
            <a:ext cx="11429625" cy="5461268"/>
            <a:chOff x="-1108450" y="-317275"/>
            <a:chExt cx="11429625" cy="5461268"/>
          </a:xfrm>
        </p:grpSpPr>
        <p:grpSp>
          <p:nvGrpSpPr>
            <p:cNvPr id="466" name="Google Shape;466;p91"/>
            <p:cNvGrpSpPr/>
            <p:nvPr/>
          </p:nvGrpSpPr>
          <p:grpSpPr>
            <a:xfrm>
              <a:off x="0" y="4682301"/>
              <a:ext cx="9144145" cy="461692"/>
              <a:chOff x="0" y="4682301"/>
              <a:chExt cx="9144145" cy="461692"/>
            </a:xfrm>
          </p:grpSpPr>
          <p:sp>
            <p:nvSpPr>
              <p:cNvPr id="467" name="Google Shape;467;p91"/>
              <p:cNvSpPr/>
              <p:nvPr/>
            </p:nvSpPr>
            <p:spPr>
              <a:xfrm>
                <a:off x="0" y="4682301"/>
                <a:ext cx="9143949" cy="461692"/>
              </a:xfrm>
              <a:custGeom>
                <a:rect b="b" l="l" r="r" t="t"/>
                <a:pathLst>
                  <a:path extrusionOk="0" h="15056" w="190014">
                    <a:moveTo>
                      <a:pt x="102510" y="2379"/>
                    </a:moveTo>
                    <a:lnTo>
                      <a:pt x="102510" y="2379"/>
                    </a:lnTo>
                    <a:cubicBezTo>
                      <a:pt x="102506" y="2408"/>
                      <a:pt x="102503" y="2437"/>
                      <a:pt x="102499" y="2467"/>
                    </a:cubicBezTo>
                    <a:lnTo>
                      <a:pt x="102499" y="2467"/>
                    </a:lnTo>
                    <a:cubicBezTo>
                      <a:pt x="102503" y="2438"/>
                      <a:pt x="102507" y="2408"/>
                      <a:pt x="102510" y="2379"/>
                    </a:cubicBezTo>
                    <a:close/>
                    <a:moveTo>
                      <a:pt x="184037" y="2548"/>
                    </a:move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4034" y="2584"/>
                      <a:pt x="184035" y="2566"/>
                      <a:pt x="184037" y="2548"/>
                    </a:cubicBezTo>
                    <a:close/>
                    <a:moveTo>
                      <a:pt x="79692" y="3320"/>
                    </a:moveTo>
                    <a:lnTo>
                      <a:pt x="79691" y="3324"/>
                    </a:ln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694" y="3326"/>
                      <a:pt x="79693" y="3323"/>
                      <a:pt x="79692" y="3320"/>
                    </a:cubicBezTo>
                    <a:close/>
                    <a:moveTo>
                      <a:pt x="107292" y="3868"/>
                    </a:moveTo>
                    <a:cubicBezTo>
                      <a:pt x="107352" y="4048"/>
                      <a:pt x="107400" y="4239"/>
                      <a:pt x="107435" y="4431"/>
                    </a:cubicBezTo>
                    <a:lnTo>
                      <a:pt x="107122" y="4697"/>
                    </a:lnTo>
                    <a:lnTo>
                      <a:pt x="107292" y="3868"/>
                    </a:lnTo>
                    <a:close/>
                    <a:moveTo>
                      <a:pt x="326" y="0"/>
                    </a:moveTo>
                    <a:cubicBezTo>
                      <a:pt x="302" y="1087"/>
                      <a:pt x="193" y="2161"/>
                      <a:pt x="0" y="3224"/>
                    </a:cubicBezTo>
                    <a:lnTo>
                      <a:pt x="0" y="15055"/>
                    </a:lnTo>
                    <a:lnTo>
                      <a:pt x="190013" y="15055"/>
                    </a:lnTo>
                    <a:lnTo>
                      <a:pt x="190013" y="6411"/>
                    </a:lnTo>
                    <a:lnTo>
                      <a:pt x="189591" y="6411"/>
                    </a:lnTo>
                    <a:cubicBezTo>
                      <a:pt x="189240" y="5518"/>
                      <a:pt x="189349" y="4516"/>
                      <a:pt x="189880" y="3719"/>
                    </a:cubicBezTo>
                    <a:lnTo>
                      <a:pt x="189880" y="3719"/>
                    </a:lnTo>
                    <a:lnTo>
                      <a:pt x="188673" y="4781"/>
                    </a:lnTo>
                    <a:lnTo>
                      <a:pt x="188987" y="3067"/>
                    </a:lnTo>
                    <a:lnTo>
                      <a:pt x="188987" y="3067"/>
                    </a:lnTo>
                    <a:cubicBezTo>
                      <a:pt x="188468" y="3731"/>
                      <a:pt x="187864" y="4322"/>
                      <a:pt x="187176" y="4817"/>
                    </a:cubicBezTo>
                    <a:cubicBezTo>
                      <a:pt x="187140" y="4383"/>
                      <a:pt x="187236" y="3948"/>
                      <a:pt x="187454" y="3562"/>
                    </a:cubicBezTo>
                    <a:lnTo>
                      <a:pt x="187454" y="3562"/>
                    </a:lnTo>
                    <a:cubicBezTo>
                      <a:pt x="186741" y="4359"/>
                      <a:pt x="185896" y="5035"/>
                      <a:pt x="184955" y="5542"/>
                    </a:cubicBezTo>
                    <a:cubicBezTo>
                      <a:pt x="185124" y="4660"/>
                      <a:pt x="185293" y="3779"/>
                      <a:pt x="185462" y="2898"/>
                    </a:cubicBezTo>
                    <a:lnTo>
                      <a:pt x="185462" y="2898"/>
                    </a:lnTo>
                    <a:cubicBezTo>
                      <a:pt x="185124" y="3827"/>
                      <a:pt x="184532" y="4636"/>
                      <a:pt x="183759" y="5240"/>
                    </a:cubicBezTo>
                    <a:lnTo>
                      <a:pt x="184031" y="2602"/>
                    </a:lnTo>
                    <a:lnTo>
                      <a:pt x="184031" y="2602"/>
                    </a:lnTo>
                    <a:cubicBezTo>
                      <a:pt x="183916" y="3617"/>
                      <a:pt x="183235" y="4498"/>
                      <a:pt x="182262" y="4854"/>
                    </a:cubicBezTo>
                    <a:lnTo>
                      <a:pt x="182190" y="2234"/>
                    </a:lnTo>
                    <a:cubicBezTo>
                      <a:pt x="181779" y="3163"/>
                      <a:pt x="181236" y="4045"/>
                      <a:pt x="180596" y="4830"/>
                    </a:cubicBezTo>
                    <a:cubicBezTo>
                      <a:pt x="180548" y="4021"/>
                      <a:pt x="180488" y="3212"/>
                      <a:pt x="180439" y="2403"/>
                    </a:cubicBezTo>
                    <a:cubicBezTo>
                      <a:pt x="179872" y="3151"/>
                      <a:pt x="179413" y="3972"/>
                      <a:pt x="179063" y="4842"/>
                    </a:cubicBezTo>
                    <a:lnTo>
                      <a:pt x="179063" y="3707"/>
                    </a:lnTo>
                    <a:lnTo>
                      <a:pt x="178496" y="4914"/>
                    </a:lnTo>
                    <a:cubicBezTo>
                      <a:pt x="178315" y="4467"/>
                      <a:pt x="178230" y="3972"/>
                      <a:pt x="178266" y="3489"/>
                    </a:cubicBezTo>
                    <a:lnTo>
                      <a:pt x="178266" y="3489"/>
                    </a:lnTo>
                    <a:cubicBezTo>
                      <a:pt x="178146" y="3695"/>
                      <a:pt x="178025" y="3900"/>
                      <a:pt x="177892" y="4093"/>
                    </a:cubicBezTo>
                    <a:cubicBezTo>
                      <a:pt x="177832" y="3272"/>
                      <a:pt x="177759" y="2439"/>
                      <a:pt x="177699" y="1606"/>
                    </a:cubicBezTo>
                    <a:lnTo>
                      <a:pt x="177699" y="1606"/>
                    </a:lnTo>
                    <a:cubicBezTo>
                      <a:pt x="177747" y="2729"/>
                      <a:pt x="177590" y="3864"/>
                      <a:pt x="177240" y="4926"/>
                    </a:cubicBezTo>
                    <a:cubicBezTo>
                      <a:pt x="177156" y="5011"/>
                      <a:pt x="177083" y="5095"/>
                      <a:pt x="176999" y="5180"/>
                    </a:cubicBezTo>
                    <a:cubicBezTo>
                      <a:pt x="176793" y="3948"/>
                      <a:pt x="176685" y="2705"/>
                      <a:pt x="176673" y="1461"/>
                    </a:cubicBezTo>
                    <a:lnTo>
                      <a:pt x="176129" y="5204"/>
                    </a:lnTo>
                    <a:cubicBezTo>
                      <a:pt x="175912" y="4588"/>
                      <a:pt x="175852" y="3924"/>
                      <a:pt x="175924" y="3272"/>
                    </a:cubicBezTo>
                    <a:lnTo>
                      <a:pt x="175924" y="3272"/>
                    </a:lnTo>
                    <a:cubicBezTo>
                      <a:pt x="175828" y="3586"/>
                      <a:pt x="175707" y="3888"/>
                      <a:pt x="175562" y="4178"/>
                    </a:cubicBezTo>
                    <a:cubicBezTo>
                      <a:pt x="175248" y="3176"/>
                      <a:pt x="174934" y="2161"/>
                      <a:pt x="174620" y="1147"/>
                    </a:cubicBezTo>
                    <a:lnTo>
                      <a:pt x="174620" y="1147"/>
                    </a:lnTo>
                    <a:cubicBezTo>
                      <a:pt x="174620" y="2427"/>
                      <a:pt x="174632" y="3719"/>
                      <a:pt x="174632" y="4999"/>
                    </a:cubicBezTo>
                    <a:cubicBezTo>
                      <a:pt x="174572" y="4793"/>
                      <a:pt x="174500" y="4576"/>
                      <a:pt x="174439" y="4371"/>
                    </a:cubicBezTo>
                    <a:cubicBezTo>
                      <a:pt x="174379" y="3924"/>
                      <a:pt x="174355" y="3477"/>
                      <a:pt x="174379" y="3031"/>
                    </a:cubicBezTo>
                    <a:lnTo>
                      <a:pt x="174379" y="3031"/>
                    </a:lnTo>
                    <a:cubicBezTo>
                      <a:pt x="174331" y="3260"/>
                      <a:pt x="174270" y="3477"/>
                      <a:pt x="174198" y="3695"/>
                    </a:cubicBezTo>
                    <a:cubicBezTo>
                      <a:pt x="173884" y="2862"/>
                      <a:pt x="173522" y="2041"/>
                      <a:pt x="173099" y="1256"/>
                    </a:cubicBezTo>
                    <a:lnTo>
                      <a:pt x="173099" y="1256"/>
                    </a:lnTo>
                    <a:cubicBezTo>
                      <a:pt x="173304" y="2644"/>
                      <a:pt x="173401" y="4057"/>
                      <a:pt x="173377" y="5457"/>
                    </a:cubicBezTo>
                    <a:cubicBezTo>
                      <a:pt x="173329" y="5542"/>
                      <a:pt x="173280" y="5614"/>
                      <a:pt x="173232" y="5699"/>
                    </a:cubicBezTo>
                    <a:cubicBezTo>
                      <a:pt x="173063" y="4769"/>
                      <a:pt x="173003" y="3827"/>
                      <a:pt x="173039" y="2886"/>
                    </a:cubicBezTo>
                    <a:lnTo>
                      <a:pt x="173039" y="2886"/>
                    </a:lnTo>
                    <a:cubicBezTo>
                      <a:pt x="172930" y="3514"/>
                      <a:pt x="172725" y="4117"/>
                      <a:pt x="172435" y="4673"/>
                    </a:cubicBezTo>
                    <a:cubicBezTo>
                      <a:pt x="172109" y="4081"/>
                      <a:pt x="171783" y="3502"/>
                      <a:pt x="171445" y="2922"/>
                    </a:cubicBezTo>
                    <a:cubicBezTo>
                      <a:pt x="171397" y="3139"/>
                      <a:pt x="171349" y="3369"/>
                      <a:pt x="171324" y="3598"/>
                    </a:cubicBezTo>
                    <a:cubicBezTo>
                      <a:pt x="171228" y="3127"/>
                      <a:pt x="171155" y="2656"/>
                      <a:pt x="171119" y="2186"/>
                    </a:cubicBezTo>
                    <a:cubicBezTo>
                      <a:pt x="170926" y="2958"/>
                      <a:pt x="170685" y="3731"/>
                      <a:pt x="170395" y="4479"/>
                    </a:cubicBezTo>
                    <a:lnTo>
                      <a:pt x="170033" y="3755"/>
                    </a:lnTo>
                    <a:cubicBezTo>
                      <a:pt x="170033" y="4359"/>
                      <a:pt x="169984" y="4938"/>
                      <a:pt x="169972" y="5481"/>
                    </a:cubicBezTo>
                    <a:lnTo>
                      <a:pt x="169936" y="5554"/>
                    </a:lnTo>
                    <a:cubicBezTo>
                      <a:pt x="169610" y="4274"/>
                      <a:pt x="169284" y="2994"/>
                      <a:pt x="168946" y="1715"/>
                    </a:cubicBezTo>
                    <a:cubicBezTo>
                      <a:pt x="168825" y="3127"/>
                      <a:pt x="168499" y="4504"/>
                      <a:pt x="168004" y="5832"/>
                    </a:cubicBezTo>
                    <a:cubicBezTo>
                      <a:pt x="167618" y="4793"/>
                      <a:pt x="167232" y="3755"/>
                      <a:pt x="166845" y="2717"/>
                    </a:cubicBezTo>
                    <a:lnTo>
                      <a:pt x="166845" y="2717"/>
                    </a:lnTo>
                    <a:cubicBezTo>
                      <a:pt x="166894" y="3779"/>
                      <a:pt x="166701" y="4854"/>
                      <a:pt x="166290" y="5844"/>
                    </a:cubicBezTo>
                    <a:lnTo>
                      <a:pt x="164793" y="2693"/>
                    </a:lnTo>
                    <a:cubicBezTo>
                      <a:pt x="164721" y="3731"/>
                      <a:pt x="164648" y="4781"/>
                      <a:pt x="164576" y="5819"/>
                    </a:cubicBezTo>
                    <a:lnTo>
                      <a:pt x="162946" y="3043"/>
                    </a:lnTo>
                    <a:lnTo>
                      <a:pt x="162861" y="6121"/>
                    </a:lnTo>
                    <a:lnTo>
                      <a:pt x="162451" y="5566"/>
                    </a:lnTo>
                    <a:cubicBezTo>
                      <a:pt x="162439" y="5264"/>
                      <a:pt x="162391" y="4962"/>
                      <a:pt x="162306" y="4685"/>
                    </a:cubicBezTo>
                    <a:cubicBezTo>
                      <a:pt x="162210" y="4781"/>
                      <a:pt x="162137" y="4902"/>
                      <a:pt x="162041" y="4999"/>
                    </a:cubicBezTo>
                    <a:lnTo>
                      <a:pt x="161690" y="4528"/>
                    </a:lnTo>
                    <a:cubicBezTo>
                      <a:pt x="161654" y="4033"/>
                      <a:pt x="161606" y="3538"/>
                      <a:pt x="161570" y="3055"/>
                    </a:cubicBezTo>
                    <a:lnTo>
                      <a:pt x="160990" y="4009"/>
                    </a:lnTo>
                    <a:cubicBezTo>
                      <a:pt x="161002" y="3924"/>
                      <a:pt x="161014" y="3852"/>
                      <a:pt x="161038" y="3767"/>
                    </a:cubicBezTo>
                    <a:lnTo>
                      <a:pt x="161038" y="3767"/>
                    </a:lnTo>
                    <a:cubicBezTo>
                      <a:pt x="160725" y="4178"/>
                      <a:pt x="160447" y="4612"/>
                      <a:pt x="160205" y="5071"/>
                    </a:cubicBezTo>
                    <a:cubicBezTo>
                      <a:pt x="160121" y="4298"/>
                      <a:pt x="160036" y="3526"/>
                      <a:pt x="159940" y="2741"/>
                    </a:cubicBezTo>
                    <a:cubicBezTo>
                      <a:pt x="159493" y="3489"/>
                      <a:pt x="159010" y="4202"/>
                      <a:pt x="158503" y="4914"/>
                    </a:cubicBezTo>
                    <a:cubicBezTo>
                      <a:pt x="158431" y="4564"/>
                      <a:pt x="158358" y="4226"/>
                      <a:pt x="158286" y="3876"/>
                    </a:cubicBezTo>
                    <a:cubicBezTo>
                      <a:pt x="158286" y="4238"/>
                      <a:pt x="158262" y="4588"/>
                      <a:pt x="158213" y="4950"/>
                    </a:cubicBezTo>
                    <a:cubicBezTo>
                      <a:pt x="157960" y="4274"/>
                      <a:pt x="157803" y="3586"/>
                      <a:pt x="157731" y="2874"/>
                    </a:cubicBezTo>
                    <a:cubicBezTo>
                      <a:pt x="157405" y="3755"/>
                      <a:pt x="156958" y="4588"/>
                      <a:pt x="156390" y="5349"/>
                    </a:cubicBezTo>
                    <a:lnTo>
                      <a:pt x="155642" y="3067"/>
                    </a:lnTo>
                    <a:lnTo>
                      <a:pt x="155642" y="3067"/>
                    </a:lnTo>
                    <a:cubicBezTo>
                      <a:pt x="155666" y="3888"/>
                      <a:pt x="155388" y="4685"/>
                      <a:pt x="154857" y="5312"/>
                    </a:cubicBezTo>
                    <a:cubicBezTo>
                      <a:pt x="154423" y="4528"/>
                      <a:pt x="153988" y="3755"/>
                      <a:pt x="153565" y="2982"/>
                    </a:cubicBezTo>
                    <a:lnTo>
                      <a:pt x="152769" y="5614"/>
                    </a:lnTo>
                    <a:lnTo>
                      <a:pt x="151646" y="3477"/>
                    </a:lnTo>
                    <a:cubicBezTo>
                      <a:pt x="151465" y="4238"/>
                      <a:pt x="151284" y="4986"/>
                      <a:pt x="151103" y="5747"/>
                    </a:cubicBezTo>
                    <a:lnTo>
                      <a:pt x="150064" y="3031"/>
                    </a:lnTo>
                    <a:cubicBezTo>
                      <a:pt x="150052" y="4069"/>
                      <a:pt x="149775" y="5095"/>
                      <a:pt x="149280" y="6013"/>
                    </a:cubicBezTo>
                    <a:lnTo>
                      <a:pt x="148531" y="3369"/>
                    </a:lnTo>
                    <a:cubicBezTo>
                      <a:pt x="148495" y="4105"/>
                      <a:pt x="148290" y="4830"/>
                      <a:pt x="147952" y="5481"/>
                    </a:cubicBezTo>
                    <a:lnTo>
                      <a:pt x="146889" y="2681"/>
                    </a:lnTo>
                    <a:cubicBezTo>
                      <a:pt x="146793" y="3634"/>
                      <a:pt x="146563" y="4564"/>
                      <a:pt x="146213" y="5457"/>
                    </a:cubicBezTo>
                    <a:cubicBezTo>
                      <a:pt x="145585" y="4745"/>
                      <a:pt x="145151" y="3888"/>
                      <a:pt x="144921" y="2970"/>
                    </a:cubicBezTo>
                    <a:cubicBezTo>
                      <a:pt x="144704" y="3803"/>
                      <a:pt x="144487" y="4636"/>
                      <a:pt x="144269" y="5469"/>
                    </a:cubicBezTo>
                    <a:cubicBezTo>
                      <a:pt x="143738" y="4854"/>
                      <a:pt x="143340" y="4129"/>
                      <a:pt x="143135" y="3357"/>
                    </a:cubicBezTo>
                    <a:lnTo>
                      <a:pt x="143110" y="5904"/>
                    </a:lnTo>
                    <a:lnTo>
                      <a:pt x="141577" y="3610"/>
                    </a:lnTo>
                    <a:lnTo>
                      <a:pt x="141239" y="5614"/>
                    </a:lnTo>
                    <a:cubicBezTo>
                      <a:pt x="141106" y="5494"/>
                      <a:pt x="140974" y="5361"/>
                      <a:pt x="140853" y="5216"/>
                    </a:cubicBezTo>
                    <a:cubicBezTo>
                      <a:pt x="140937" y="4431"/>
                      <a:pt x="141082" y="3646"/>
                      <a:pt x="141287" y="2874"/>
                    </a:cubicBezTo>
                    <a:lnTo>
                      <a:pt x="141287" y="2874"/>
                    </a:lnTo>
                    <a:cubicBezTo>
                      <a:pt x="140961" y="3357"/>
                      <a:pt x="140611" y="3827"/>
                      <a:pt x="140213" y="4262"/>
                    </a:cubicBezTo>
                    <a:cubicBezTo>
                      <a:pt x="140104" y="4033"/>
                      <a:pt x="140020" y="3803"/>
                      <a:pt x="139947" y="3562"/>
                    </a:cubicBezTo>
                    <a:lnTo>
                      <a:pt x="139947" y="3562"/>
                    </a:lnTo>
                    <a:cubicBezTo>
                      <a:pt x="140008" y="3840"/>
                      <a:pt x="140056" y="4105"/>
                      <a:pt x="140104" y="4383"/>
                    </a:cubicBezTo>
                    <a:cubicBezTo>
                      <a:pt x="139778" y="4721"/>
                      <a:pt x="139440" y="5047"/>
                      <a:pt x="139090" y="5349"/>
                    </a:cubicBezTo>
                    <a:lnTo>
                      <a:pt x="139235" y="2886"/>
                    </a:lnTo>
                    <a:lnTo>
                      <a:pt x="139235" y="2886"/>
                    </a:lnTo>
                    <a:cubicBezTo>
                      <a:pt x="138849" y="3743"/>
                      <a:pt x="138305" y="4504"/>
                      <a:pt x="137629" y="5143"/>
                    </a:cubicBezTo>
                    <a:cubicBezTo>
                      <a:pt x="137581" y="4274"/>
                      <a:pt x="137545" y="3405"/>
                      <a:pt x="137509" y="2536"/>
                    </a:cubicBezTo>
                    <a:lnTo>
                      <a:pt x="135746" y="5143"/>
                    </a:lnTo>
                    <a:cubicBezTo>
                      <a:pt x="135456" y="4419"/>
                      <a:pt x="135311" y="3646"/>
                      <a:pt x="135324" y="2874"/>
                    </a:cubicBezTo>
                    <a:lnTo>
                      <a:pt x="135324" y="2874"/>
                    </a:lnTo>
                    <a:cubicBezTo>
                      <a:pt x="135010" y="3695"/>
                      <a:pt x="134563" y="4443"/>
                      <a:pt x="134008" y="5119"/>
                    </a:cubicBezTo>
                    <a:cubicBezTo>
                      <a:pt x="133899" y="4479"/>
                      <a:pt x="133802" y="3840"/>
                      <a:pt x="133706" y="3212"/>
                    </a:cubicBezTo>
                    <a:lnTo>
                      <a:pt x="132607" y="5469"/>
                    </a:lnTo>
                    <a:cubicBezTo>
                      <a:pt x="132257" y="4624"/>
                      <a:pt x="132016" y="3719"/>
                      <a:pt x="131919" y="2801"/>
                    </a:cubicBezTo>
                    <a:cubicBezTo>
                      <a:pt x="131400" y="3803"/>
                      <a:pt x="130881" y="4817"/>
                      <a:pt x="130362" y="5819"/>
                    </a:cubicBezTo>
                    <a:lnTo>
                      <a:pt x="129529" y="3139"/>
                    </a:lnTo>
                    <a:lnTo>
                      <a:pt x="128406" y="5675"/>
                    </a:lnTo>
                    <a:lnTo>
                      <a:pt x="127826" y="3477"/>
                    </a:lnTo>
                    <a:cubicBezTo>
                      <a:pt x="127525" y="4105"/>
                      <a:pt x="127102" y="4660"/>
                      <a:pt x="126595" y="5131"/>
                    </a:cubicBezTo>
                    <a:lnTo>
                      <a:pt x="126510" y="3477"/>
                    </a:lnTo>
                    <a:cubicBezTo>
                      <a:pt x="126160" y="4202"/>
                      <a:pt x="125702" y="4878"/>
                      <a:pt x="125158" y="5481"/>
                    </a:cubicBezTo>
                    <a:cubicBezTo>
                      <a:pt x="124844" y="4805"/>
                      <a:pt x="124736" y="4045"/>
                      <a:pt x="124844" y="3308"/>
                    </a:cubicBezTo>
                    <a:lnTo>
                      <a:pt x="124844" y="3308"/>
                    </a:lnTo>
                    <a:cubicBezTo>
                      <a:pt x="124410" y="3912"/>
                      <a:pt x="123975" y="4516"/>
                      <a:pt x="123541" y="5107"/>
                    </a:cubicBezTo>
                    <a:lnTo>
                      <a:pt x="122864" y="3200"/>
                    </a:lnTo>
                    <a:lnTo>
                      <a:pt x="121633" y="5409"/>
                    </a:lnTo>
                    <a:lnTo>
                      <a:pt x="120957" y="3538"/>
                    </a:lnTo>
                    <a:lnTo>
                      <a:pt x="119991" y="5131"/>
                    </a:lnTo>
                    <a:cubicBezTo>
                      <a:pt x="119762" y="4636"/>
                      <a:pt x="119532" y="4153"/>
                      <a:pt x="119291" y="3658"/>
                    </a:cubicBezTo>
                    <a:cubicBezTo>
                      <a:pt x="119086" y="4383"/>
                      <a:pt x="118868" y="5095"/>
                      <a:pt x="118663" y="5807"/>
                    </a:cubicBezTo>
                    <a:cubicBezTo>
                      <a:pt x="118301" y="4986"/>
                      <a:pt x="117939" y="4153"/>
                      <a:pt x="117577" y="3332"/>
                    </a:cubicBezTo>
                    <a:lnTo>
                      <a:pt x="116816" y="5819"/>
                    </a:lnTo>
                    <a:lnTo>
                      <a:pt x="115524" y="3272"/>
                    </a:lnTo>
                    <a:cubicBezTo>
                      <a:pt x="115319" y="4045"/>
                      <a:pt x="115005" y="4793"/>
                      <a:pt x="114583" y="5481"/>
                    </a:cubicBezTo>
                    <a:lnTo>
                      <a:pt x="113641" y="3369"/>
                    </a:lnTo>
                    <a:cubicBezTo>
                      <a:pt x="113436" y="4141"/>
                      <a:pt x="113110" y="4890"/>
                      <a:pt x="112675" y="5578"/>
                    </a:cubicBezTo>
                    <a:cubicBezTo>
                      <a:pt x="112144" y="5047"/>
                      <a:pt x="111733" y="4395"/>
                      <a:pt x="111468" y="3683"/>
                    </a:cubicBezTo>
                    <a:lnTo>
                      <a:pt x="110562" y="6097"/>
                    </a:lnTo>
                    <a:cubicBezTo>
                      <a:pt x="110019" y="5228"/>
                      <a:pt x="109488" y="4359"/>
                      <a:pt x="108957" y="3502"/>
                    </a:cubicBezTo>
                    <a:cubicBezTo>
                      <a:pt x="108776" y="4057"/>
                      <a:pt x="108594" y="4600"/>
                      <a:pt x="108425" y="5155"/>
                    </a:cubicBezTo>
                    <a:lnTo>
                      <a:pt x="107918" y="4588"/>
                    </a:lnTo>
                    <a:cubicBezTo>
                      <a:pt x="108003" y="4250"/>
                      <a:pt x="108148" y="3936"/>
                      <a:pt x="108341" y="3658"/>
                    </a:cubicBezTo>
                    <a:lnTo>
                      <a:pt x="108341" y="3658"/>
                    </a:lnTo>
                    <a:lnTo>
                      <a:pt x="107641" y="4262"/>
                    </a:lnTo>
                    <a:lnTo>
                      <a:pt x="107292" y="3866"/>
                    </a:lnTo>
                    <a:lnTo>
                      <a:pt x="107472" y="2994"/>
                    </a:lnTo>
                    <a:lnTo>
                      <a:pt x="107472" y="2994"/>
                    </a:lnTo>
                    <a:cubicBezTo>
                      <a:pt x="106965" y="3610"/>
                      <a:pt x="106373" y="4166"/>
                      <a:pt x="105721" y="4624"/>
                    </a:cubicBezTo>
                    <a:lnTo>
                      <a:pt x="105612" y="4528"/>
                    </a:lnTo>
                    <a:cubicBezTo>
                      <a:pt x="105625" y="4153"/>
                      <a:pt x="105733" y="3791"/>
                      <a:pt x="105914" y="3465"/>
                    </a:cubicBezTo>
                    <a:lnTo>
                      <a:pt x="105914" y="3465"/>
                    </a:lnTo>
                    <a:cubicBezTo>
                      <a:pt x="105697" y="3695"/>
                      <a:pt x="105468" y="3924"/>
                      <a:pt x="105226" y="4141"/>
                    </a:cubicBezTo>
                    <a:cubicBezTo>
                      <a:pt x="105033" y="3948"/>
                      <a:pt x="104852" y="3743"/>
                      <a:pt x="104683" y="3538"/>
                    </a:cubicBezTo>
                    <a:lnTo>
                      <a:pt x="104683" y="3538"/>
                    </a:lnTo>
                    <a:cubicBezTo>
                      <a:pt x="104852" y="3743"/>
                      <a:pt x="104997" y="3972"/>
                      <a:pt x="105130" y="4226"/>
                    </a:cubicBezTo>
                    <a:cubicBezTo>
                      <a:pt x="104586" y="4673"/>
                      <a:pt x="104007" y="5071"/>
                      <a:pt x="103391" y="5385"/>
                    </a:cubicBezTo>
                    <a:cubicBezTo>
                      <a:pt x="103572" y="4516"/>
                      <a:pt x="103753" y="3634"/>
                      <a:pt x="103934" y="2753"/>
                    </a:cubicBezTo>
                    <a:lnTo>
                      <a:pt x="103934" y="2753"/>
                    </a:lnTo>
                    <a:cubicBezTo>
                      <a:pt x="103584" y="3683"/>
                      <a:pt x="102981" y="4479"/>
                      <a:pt x="102184" y="5071"/>
                    </a:cubicBezTo>
                    <a:cubicBezTo>
                      <a:pt x="102289" y="4207"/>
                      <a:pt x="102394" y="3342"/>
                      <a:pt x="102499" y="2467"/>
                    </a:cubicBezTo>
                    <a:lnTo>
                      <a:pt x="102499" y="2467"/>
                    </a:lnTo>
                    <a:cubicBezTo>
                      <a:pt x="102361" y="3478"/>
                      <a:pt x="101661" y="4320"/>
                      <a:pt x="100699" y="4648"/>
                    </a:cubicBezTo>
                    <a:cubicBezTo>
                      <a:pt x="100699" y="3779"/>
                      <a:pt x="100687" y="2910"/>
                      <a:pt x="100687" y="2041"/>
                    </a:cubicBezTo>
                    <a:cubicBezTo>
                      <a:pt x="100252" y="2958"/>
                      <a:pt x="99697" y="3827"/>
                      <a:pt x="99033" y="4600"/>
                    </a:cubicBezTo>
                    <a:lnTo>
                      <a:pt x="98924" y="2161"/>
                    </a:lnTo>
                    <a:cubicBezTo>
                      <a:pt x="98200" y="3103"/>
                      <a:pt x="97632" y="4141"/>
                      <a:pt x="97234" y="5252"/>
                    </a:cubicBezTo>
                    <a:cubicBezTo>
                      <a:pt x="96848" y="4648"/>
                      <a:pt x="96667" y="3936"/>
                      <a:pt x="96727" y="3224"/>
                    </a:cubicBezTo>
                    <a:lnTo>
                      <a:pt x="96727" y="3224"/>
                    </a:lnTo>
                    <a:cubicBezTo>
                      <a:pt x="96232" y="4093"/>
                      <a:pt x="95556" y="4842"/>
                      <a:pt x="94759" y="5445"/>
                    </a:cubicBezTo>
                    <a:cubicBezTo>
                      <a:pt x="94397" y="4660"/>
                      <a:pt x="94276" y="3803"/>
                      <a:pt x="94385" y="2946"/>
                    </a:cubicBezTo>
                    <a:lnTo>
                      <a:pt x="94385" y="2946"/>
                    </a:lnTo>
                    <a:cubicBezTo>
                      <a:pt x="94107" y="3767"/>
                      <a:pt x="93673" y="4528"/>
                      <a:pt x="93093" y="5168"/>
                    </a:cubicBezTo>
                    <a:cubicBezTo>
                      <a:pt x="92876" y="4359"/>
                      <a:pt x="92791" y="3514"/>
                      <a:pt x="92852" y="2681"/>
                    </a:cubicBezTo>
                    <a:lnTo>
                      <a:pt x="92852" y="2681"/>
                    </a:lnTo>
                    <a:cubicBezTo>
                      <a:pt x="92610" y="3634"/>
                      <a:pt x="92200" y="4528"/>
                      <a:pt x="91644" y="5324"/>
                    </a:cubicBezTo>
                    <a:cubicBezTo>
                      <a:pt x="91499" y="4395"/>
                      <a:pt x="91451" y="3453"/>
                      <a:pt x="91499" y="2524"/>
                    </a:cubicBezTo>
                    <a:lnTo>
                      <a:pt x="91499" y="2524"/>
                    </a:lnTo>
                    <a:cubicBezTo>
                      <a:pt x="91318" y="3502"/>
                      <a:pt x="90884" y="4419"/>
                      <a:pt x="90268" y="5192"/>
                    </a:cubicBezTo>
                    <a:cubicBezTo>
                      <a:pt x="89918" y="4081"/>
                      <a:pt x="89688" y="2934"/>
                      <a:pt x="89592" y="1775"/>
                    </a:cubicBezTo>
                    <a:cubicBezTo>
                      <a:pt x="89302" y="2934"/>
                      <a:pt x="88880" y="4057"/>
                      <a:pt x="88348" y="5119"/>
                    </a:cubicBezTo>
                    <a:lnTo>
                      <a:pt x="87443" y="1268"/>
                    </a:lnTo>
                    <a:cubicBezTo>
                      <a:pt x="87286" y="2681"/>
                      <a:pt x="86948" y="4057"/>
                      <a:pt x="86417" y="5373"/>
                    </a:cubicBezTo>
                    <a:lnTo>
                      <a:pt x="85318" y="2222"/>
                    </a:lnTo>
                    <a:lnTo>
                      <a:pt x="85318" y="2222"/>
                    </a:lnTo>
                    <a:cubicBezTo>
                      <a:pt x="85354" y="3296"/>
                      <a:pt x="85137" y="4359"/>
                      <a:pt x="84702" y="5349"/>
                    </a:cubicBezTo>
                    <a:cubicBezTo>
                      <a:pt x="84232" y="4286"/>
                      <a:pt x="83761" y="3236"/>
                      <a:pt x="83290" y="2173"/>
                    </a:cubicBezTo>
                    <a:lnTo>
                      <a:pt x="83000" y="5300"/>
                    </a:lnTo>
                    <a:lnTo>
                      <a:pt x="81419" y="2499"/>
                    </a:lnTo>
                    <a:cubicBezTo>
                      <a:pt x="81382" y="3248"/>
                      <a:pt x="81346" y="4009"/>
                      <a:pt x="81322" y="4757"/>
                    </a:cubicBezTo>
                    <a:cubicBezTo>
                      <a:pt x="81189" y="4866"/>
                      <a:pt x="81069" y="4974"/>
                      <a:pt x="80936" y="5083"/>
                    </a:cubicBezTo>
                    <a:lnTo>
                      <a:pt x="80670" y="4685"/>
                    </a:lnTo>
                    <a:cubicBezTo>
                      <a:pt x="80815" y="4178"/>
                      <a:pt x="80960" y="3658"/>
                      <a:pt x="81105" y="3151"/>
                    </a:cubicBezTo>
                    <a:lnTo>
                      <a:pt x="81105" y="3151"/>
                    </a:lnTo>
                    <a:cubicBezTo>
                      <a:pt x="80851" y="3502"/>
                      <a:pt x="80586" y="3840"/>
                      <a:pt x="80284" y="4153"/>
                    </a:cubicBezTo>
                    <a:lnTo>
                      <a:pt x="79695" y="3329"/>
                    </a:lnTo>
                    <a:lnTo>
                      <a:pt x="79695" y="3329"/>
                    </a:lnTo>
                    <a:cubicBezTo>
                      <a:pt x="79814" y="3701"/>
                      <a:pt x="79910" y="4084"/>
                      <a:pt x="79970" y="4479"/>
                    </a:cubicBezTo>
                    <a:cubicBezTo>
                      <a:pt x="79716" y="4733"/>
                      <a:pt x="79439" y="4962"/>
                      <a:pt x="79149" y="5192"/>
                    </a:cubicBezTo>
                    <a:lnTo>
                      <a:pt x="79691" y="3324"/>
                    </a:lnTo>
                    <a:lnTo>
                      <a:pt x="79680" y="3308"/>
                    </a:lnTo>
                    <a:lnTo>
                      <a:pt x="79873" y="2656"/>
                    </a:lnTo>
                    <a:lnTo>
                      <a:pt x="79873" y="2656"/>
                    </a:lnTo>
                    <a:lnTo>
                      <a:pt x="77809" y="4697"/>
                    </a:lnTo>
                    <a:cubicBezTo>
                      <a:pt x="77688" y="4552"/>
                      <a:pt x="77567" y="4395"/>
                      <a:pt x="77459" y="4250"/>
                    </a:cubicBezTo>
                    <a:lnTo>
                      <a:pt x="77459" y="4250"/>
                    </a:lnTo>
                    <a:cubicBezTo>
                      <a:pt x="77580" y="4419"/>
                      <a:pt x="77688" y="4576"/>
                      <a:pt x="77785" y="4733"/>
                    </a:cubicBezTo>
                    <a:lnTo>
                      <a:pt x="77302" y="5204"/>
                    </a:lnTo>
                    <a:lnTo>
                      <a:pt x="77676" y="2644"/>
                    </a:lnTo>
                    <a:lnTo>
                      <a:pt x="75600" y="5023"/>
                    </a:lnTo>
                    <a:lnTo>
                      <a:pt x="75600" y="5023"/>
                    </a:lnTo>
                    <a:lnTo>
                      <a:pt x="76022" y="2246"/>
                    </a:lnTo>
                    <a:lnTo>
                      <a:pt x="74392" y="4467"/>
                    </a:lnTo>
                    <a:cubicBezTo>
                      <a:pt x="74477" y="3489"/>
                      <a:pt x="74573" y="2512"/>
                      <a:pt x="74670" y="1534"/>
                    </a:cubicBezTo>
                    <a:lnTo>
                      <a:pt x="74670" y="1534"/>
                    </a:lnTo>
                    <a:lnTo>
                      <a:pt x="72509" y="4817"/>
                    </a:lnTo>
                    <a:cubicBezTo>
                      <a:pt x="72473" y="3598"/>
                      <a:pt x="72437" y="2367"/>
                      <a:pt x="72388" y="1147"/>
                    </a:cubicBezTo>
                    <a:cubicBezTo>
                      <a:pt x="71833" y="2584"/>
                      <a:pt x="71278" y="4021"/>
                      <a:pt x="70710" y="5469"/>
                    </a:cubicBezTo>
                    <a:cubicBezTo>
                      <a:pt x="70734" y="4552"/>
                      <a:pt x="70758" y="3634"/>
                      <a:pt x="70783" y="2717"/>
                    </a:cubicBezTo>
                    <a:lnTo>
                      <a:pt x="70783" y="2717"/>
                    </a:lnTo>
                    <a:lnTo>
                      <a:pt x="69817" y="4455"/>
                    </a:lnTo>
                    <a:cubicBezTo>
                      <a:pt x="69720" y="4057"/>
                      <a:pt x="69636" y="3658"/>
                      <a:pt x="69539" y="3320"/>
                    </a:cubicBezTo>
                    <a:cubicBezTo>
                      <a:pt x="69467" y="3489"/>
                      <a:pt x="69370" y="3707"/>
                      <a:pt x="69286" y="3924"/>
                    </a:cubicBezTo>
                    <a:lnTo>
                      <a:pt x="69249" y="2705"/>
                    </a:lnTo>
                    <a:cubicBezTo>
                      <a:pt x="68887" y="3260"/>
                      <a:pt x="68646" y="3731"/>
                      <a:pt x="68380" y="4226"/>
                    </a:cubicBezTo>
                    <a:cubicBezTo>
                      <a:pt x="68247" y="3803"/>
                      <a:pt x="68102" y="3381"/>
                      <a:pt x="68018" y="3139"/>
                    </a:cubicBezTo>
                    <a:lnTo>
                      <a:pt x="67716" y="4504"/>
                    </a:lnTo>
                    <a:cubicBezTo>
                      <a:pt x="67607" y="4033"/>
                      <a:pt x="67463" y="3562"/>
                      <a:pt x="67402" y="3079"/>
                    </a:cubicBezTo>
                    <a:cubicBezTo>
                      <a:pt x="67221" y="3357"/>
                      <a:pt x="67028" y="3646"/>
                      <a:pt x="66823" y="3960"/>
                    </a:cubicBezTo>
                    <a:cubicBezTo>
                      <a:pt x="66569" y="3586"/>
                      <a:pt x="66364" y="3200"/>
                      <a:pt x="66207" y="2777"/>
                    </a:cubicBezTo>
                    <a:cubicBezTo>
                      <a:pt x="66074" y="3320"/>
                      <a:pt x="65953" y="3864"/>
                      <a:pt x="65833" y="4407"/>
                    </a:cubicBezTo>
                    <a:cubicBezTo>
                      <a:pt x="65929" y="3634"/>
                      <a:pt x="66050" y="2765"/>
                      <a:pt x="66038" y="2403"/>
                    </a:cubicBezTo>
                    <a:lnTo>
                      <a:pt x="66038" y="2403"/>
                    </a:lnTo>
                    <a:cubicBezTo>
                      <a:pt x="65821" y="2801"/>
                      <a:pt x="65495" y="3393"/>
                      <a:pt x="65157" y="3984"/>
                    </a:cubicBezTo>
                    <a:cubicBezTo>
                      <a:pt x="64988" y="3574"/>
                      <a:pt x="64831" y="3151"/>
                      <a:pt x="64674" y="2729"/>
                    </a:cubicBezTo>
                    <a:cubicBezTo>
                      <a:pt x="64529" y="3489"/>
                      <a:pt x="64299" y="4226"/>
                      <a:pt x="63986" y="4926"/>
                    </a:cubicBezTo>
                    <a:cubicBezTo>
                      <a:pt x="63913" y="4733"/>
                      <a:pt x="63853" y="4540"/>
                      <a:pt x="63792" y="4347"/>
                    </a:cubicBezTo>
                    <a:cubicBezTo>
                      <a:pt x="63780" y="4141"/>
                      <a:pt x="63792" y="3936"/>
                      <a:pt x="63805" y="3731"/>
                    </a:cubicBezTo>
                    <a:lnTo>
                      <a:pt x="63805" y="3731"/>
                    </a:lnTo>
                    <a:lnTo>
                      <a:pt x="63648" y="3948"/>
                    </a:lnTo>
                    <a:cubicBezTo>
                      <a:pt x="63527" y="3574"/>
                      <a:pt x="63406" y="3188"/>
                      <a:pt x="63273" y="2813"/>
                    </a:cubicBezTo>
                    <a:cubicBezTo>
                      <a:pt x="63153" y="3441"/>
                      <a:pt x="62971" y="4069"/>
                      <a:pt x="62718" y="4660"/>
                    </a:cubicBezTo>
                    <a:lnTo>
                      <a:pt x="62573" y="1582"/>
                    </a:lnTo>
                    <a:cubicBezTo>
                      <a:pt x="62440" y="2379"/>
                      <a:pt x="62223" y="3163"/>
                      <a:pt x="61933" y="3924"/>
                    </a:cubicBezTo>
                    <a:cubicBezTo>
                      <a:pt x="61825" y="3658"/>
                      <a:pt x="61728" y="3405"/>
                      <a:pt x="61656" y="3139"/>
                    </a:cubicBezTo>
                    <a:lnTo>
                      <a:pt x="60992" y="5554"/>
                    </a:lnTo>
                    <a:lnTo>
                      <a:pt x="60919" y="5385"/>
                    </a:lnTo>
                    <a:cubicBezTo>
                      <a:pt x="60810" y="3984"/>
                      <a:pt x="60714" y="2584"/>
                      <a:pt x="60617" y="1184"/>
                    </a:cubicBezTo>
                    <a:cubicBezTo>
                      <a:pt x="60497" y="1980"/>
                      <a:pt x="60315" y="2777"/>
                      <a:pt x="60074" y="3538"/>
                    </a:cubicBezTo>
                    <a:lnTo>
                      <a:pt x="59796" y="2946"/>
                    </a:lnTo>
                    <a:cubicBezTo>
                      <a:pt x="59664" y="3502"/>
                      <a:pt x="59543" y="4057"/>
                      <a:pt x="59410" y="4612"/>
                    </a:cubicBezTo>
                    <a:lnTo>
                      <a:pt x="58903" y="3815"/>
                    </a:lnTo>
                    <a:lnTo>
                      <a:pt x="58577" y="1558"/>
                    </a:lnTo>
                    <a:lnTo>
                      <a:pt x="57901" y="4612"/>
                    </a:lnTo>
                    <a:cubicBezTo>
                      <a:pt x="57575" y="4286"/>
                      <a:pt x="57273" y="3924"/>
                      <a:pt x="57008" y="3550"/>
                    </a:cubicBezTo>
                    <a:lnTo>
                      <a:pt x="56223" y="1039"/>
                    </a:lnTo>
                    <a:cubicBezTo>
                      <a:pt x="55993" y="2258"/>
                      <a:pt x="55933" y="3489"/>
                      <a:pt x="56066" y="4721"/>
                    </a:cubicBezTo>
                    <a:cubicBezTo>
                      <a:pt x="55535" y="3417"/>
                      <a:pt x="54714" y="2258"/>
                      <a:pt x="53663" y="1328"/>
                    </a:cubicBezTo>
                    <a:lnTo>
                      <a:pt x="53663" y="1328"/>
                    </a:lnTo>
                    <a:cubicBezTo>
                      <a:pt x="53965" y="2306"/>
                      <a:pt x="54219" y="3284"/>
                      <a:pt x="54448" y="4274"/>
                    </a:cubicBezTo>
                    <a:cubicBezTo>
                      <a:pt x="54291" y="4516"/>
                      <a:pt x="54122" y="4769"/>
                      <a:pt x="53953" y="5023"/>
                    </a:cubicBezTo>
                    <a:cubicBezTo>
                      <a:pt x="53905" y="4310"/>
                      <a:pt x="53869" y="3598"/>
                      <a:pt x="53832" y="2886"/>
                    </a:cubicBezTo>
                    <a:cubicBezTo>
                      <a:pt x="53712" y="3598"/>
                      <a:pt x="53519" y="4298"/>
                      <a:pt x="53253" y="4974"/>
                    </a:cubicBezTo>
                    <a:cubicBezTo>
                      <a:pt x="53217" y="4938"/>
                      <a:pt x="53193" y="4902"/>
                      <a:pt x="53156" y="4866"/>
                    </a:cubicBezTo>
                    <a:cubicBezTo>
                      <a:pt x="53156" y="4310"/>
                      <a:pt x="53120" y="3755"/>
                      <a:pt x="53265" y="3188"/>
                    </a:cubicBezTo>
                    <a:lnTo>
                      <a:pt x="53265" y="3188"/>
                    </a:lnTo>
                    <a:cubicBezTo>
                      <a:pt x="53036" y="3441"/>
                      <a:pt x="52806" y="3707"/>
                      <a:pt x="52577" y="3972"/>
                    </a:cubicBezTo>
                    <a:cubicBezTo>
                      <a:pt x="52420" y="3658"/>
                      <a:pt x="52287" y="3345"/>
                      <a:pt x="52191" y="3007"/>
                    </a:cubicBezTo>
                    <a:lnTo>
                      <a:pt x="52191" y="3007"/>
                    </a:lnTo>
                    <a:cubicBezTo>
                      <a:pt x="52275" y="3369"/>
                      <a:pt x="52396" y="3707"/>
                      <a:pt x="52541" y="4045"/>
                    </a:cubicBezTo>
                    <a:cubicBezTo>
                      <a:pt x="52360" y="4250"/>
                      <a:pt x="52178" y="4455"/>
                      <a:pt x="52009" y="4648"/>
                    </a:cubicBezTo>
                    <a:cubicBezTo>
                      <a:pt x="51949" y="3948"/>
                      <a:pt x="51901" y="3236"/>
                      <a:pt x="51840" y="2524"/>
                    </a:cubicBezTo>
                    <a:cubicBezTo>
                      <a:pt x="51647" y="3731"/>
                      <a:pt x="51297" y="4914"/>
                      <a:pt x="50802" y="6049"/>
                    </a:cubicBezTo>
                    <a:lnTo>
                      <a:pt x="50645" y="6218"/>
                    </a:lnTo>
                    <a:cubicBezTo>
                      <a:pt x="50694" y="5168"/>
                      <a:pt x="50428" y="4359"/>
                      <a:pt x="50778" y="3345"/>
                    </a:cubicBezTo>
                    <a:lnTo>
                      <a:pt x="50778" y="3345"/>
                    </a:lnTo>
                    <a:cubicBezTo>
                      <a:pt x="50464" y="3550"/>
                      <a:pt x="50186" y="3791"/>
                      <a:pt x="49933" y="4057"/>
                    </a:cubicBezTo>
                    <a:cubicBezTo>
                      <a:pt x="49873" y="3671"/>
                      <a:pt x="49812" y="3272"/>
                      <a:pt x="49752" y="2874"/>
                    </a:cubicBezTo>
                    <a:lnTo>
                      <a:pt x="49281" y="4842"/>
                    </a:lnTo>
                    <a:cubicBezTo>
                      <a:pt x="49015" y="5204"/>
                      <a:pt x="48762" y="5578"/>
                      <a:pt x="48508" y="5928"/>
                    </a:cubicBezTo>
                    <a:lnTo>
                      <a:pt x="48460" y="5783"/>
                    </a:lnTo>
                    <a:cubicBezTo>
                      <a:pt x="48653" y="4938"/>
                      <a:pt x="48834" y="4093"/>
                      <a:pt x="49015" y="3248"/>
                    </a:cubicBezTo>
                    <a:lnTo>
                      <a:pt x="49015" y="3248"/>
                    </a:lnTo>
                    <a:cubicBezTo>
                      <a:pt x="48641" y="3779"/>
                      <a:pt x="48363" y="4178"/>
                      <a:pt x="48050" y="4540"/>
                    </a:cubicBezTo>
                    <a:cubicBezTo>
                      <a:pt x="47820" y="3815"/>
                      <a:pt x="47579" y="3091"/>
                      <a:pt x="47337" y="2379"/>
                    </a:cubicBezTo>
                    <a:cubicBezTo>
                      <a:pt x="47132" y="3381"/>
                      <a:pt x="47060" y="4407"/>
                      <a:pt x="47120" y="5421"/>
                    </a:cubicBezTo>
                    <a:lnTo>
                      <a:pt x="47011" y="5518"/>
                    </a:lnTo>
                    <a:cubicBezTo>
                      <a:pt x="46927" y="5312"/>
                      <a:pt x="46854" y="5107"/>
                      <a:pt x="46782" y="4914"/>
                    </a:cubicBezTo>
                    <a:lnTo>
                      <a:pt x="47132" y="3272"/>
                    </a:lnTo>
                    <a:lnTo>
                      <a:pt x="47132" y="3272"/>
                    </a:lnTo>
                    <a:cubicBezTo>
                      <a:pt x="46891" y="3538"/>
                      <a:pt x="46661" y="3827"/>
                      <a:pt x="46468" y="4129"/>
                    </a:cubicBezTo>
                    <a:cubicBezTo>
                      <a:pt x="46227" y="3646"/>
                      <a:pt x="45889" y="3224"/>
                      <a:pt x="45478" y="2886"/>
                    </a:cubicBezTo>
                    <a:lnTo>
                      <a:pt x="45478" y="2886"/>
                    </a:lnTo>
                    <a:cubicBezTo>
                      <a:pt x="45695" y="3610"/>
                      <a:pt x="45804" y="4359"/>
                      <a:pt x="45792" y="5107"/>
                    </a:cubicBezTo>
                    <a:cubicBezTo>
                      <a:pt x="45611" y="5385"/>
                      <a:pt x="45406" y="5638"/>
                      <a:pt x="45188" y="5892"/>
                    </a:cubicBezTo>
                    <a:cubicBezTo>
                      <a:pt x="45249" y="4986"/>
                      <a:pt x="44717" y="4274"/>
                      <a:pt x="44778" y="3369"/>
                    </a:cubicBezTo>
                    <a:lnTo>
                      <a:pt x="44778" y="3369"/>
                    </a:lnTo>
                    <a:cubicBezTo>
                      <a:pt x="44283" y="4129"/>
                      <a:pt x="44174" y="4890"/>
                      <a:pt x="43897" y="5650"/>
                    </a:cubicBezTo>
                    <a:cubicBezTo>
                      <a:pt x="43595" y="5228"/>
                      <a:pt x="43365" y="4757"/>
                      <a:pt x="43208" y="4262"/>
                    </a:cubicBezTo>
                    <a:lnTo>
                      <a:pt x="43208" y="4262"/>
                    </a:lnTo>
                    <a:cubicBezTo>
                      <a:pt x="43341" y="4805"/>
                      <a:pt x="43559" y="5337"/>
                      <a:pt x="43824" y="5844"/>
                    </a:cubicBezTo>
                    <a:cubicBezTo>
                      <a:pt x="43740" y="6037"/>
                      <a:pt x="43643" y="6218"/>
                      <a:pt x="43534" y="6399"/>
                    </a:cubicBezTo>
                    <a:lnTo>
                      <a:pt x="43462" y="6399"/>
                    </a:lnTo>
                    <a:cubicBezTo>
                      <a:pt x="43329" y="5288"/>
                      <a:pt x="42858" y="3779"/>
                      <a:pt x="42750" y="2681"/>
                    </a:cubicBezTo>
                    <a:lnTo>
                      <a:pt x="42750" y="2681"/>
                    </a:lnTo>
                    <a:cubicBezTo>
                      <a:pt x="42810" y="3719"/>
                      <a:pt x="42255" y="5361"/>
                      <a:pt x="41711" y="6302"/>
                    </a:cubicBezTo>
                    <a:cubicBezTo>
                      <a:pt x="41458" y="5276"/>
                      <a:pt x="41325" y="4214"/>
                      <a:pt x="41313" y="3151"/>
                    </a:cubicBezTo>
                    <a:cubicBezTo>
                      <a:pt x="41084" y="4274"/>
                      <a:pt x="40806" y="4455"/>
                      <a:pt x="40577" y="5578"/>
                    </a:cubicBezTo>
                    <a:cubicBezTo>
                      <a:pt x="40057" y="4371"/>
                      <a:pt x="40130" y="4093"/>
                      <a:pt x="39611" y="2886"/>
                    </a:cubicBezTo>
                    <a:cubicBezTo>
                      <a:pt x="39611" y="3900"/>
                      <a:pt x="39152" y="4769"/>
                      <a:pt x="39152" y="5783"/>
                    </a:cubicBezTo>
                    <a:cubicBezTo>
                      <a:pt x="38741" y="4757"/>
                      <a:pt x="38416" y="3345"/>
                      <a:pt x="37715" y="2403"/>
                    </a:cubicBezTo>
                    <a:cubicBezTo>
                      <a:pt x="37607" y="4045"/>
                      <a:pt x="37389" y="4866"/>
                      <a:pt x="37293" y="6218"/>
                    </a:cubicBezTo>
                    <a:lnTo>
                      <a:pt x="37208" y="6097"/>
                    </a:lnTo>
                    <a:cubicBezTo>
                      <a:pt x="37063" y="5083"/>
                      <a:pt x="36315" y="3260"/>
                      <a:pt x="36230" y="2330"/>
                    </a:cubicBezTo>
                    <a:lnTo>
                      <a:pt x="34806" y="4986"/>
                    </a:lnTo>
                    <a:lnTo>
                      <a:pt x="34407" y="4419"/>
                    </a:lnTo>
                    <a:cubicBezTo>
                      <a:pt x="34335" y="3598"/>
                      <a:pt x="34262" y="2777"/>
                      <a:pt x="34190" y="1956"/>
                    </a:cubicBezTo>
                    <a:cubicBezTo>
                      <a:pt x="33900" y="2306"/>
                      <a:pt x="33635" y="2668"/>
                      <a:pt x="33381" y="3043"/>
                    </a:cubicBezTo>
                    <a:cubicBezTo>
                      <a:pt x="33405" y="2946"/>
                      <a:pt x="33417" y="2850"/>
                      <a:pt x="33442" y="2741"/>
                    </a:cubicBezTo>
                    <a:lnTo>
                      <a:pt x="33442" y="2741"/>
                    </a:lnTo>
                    <a:lnTo>
                      <a:pt x="31945" y="5192"/>
                    </a:lnTo>
                    <a:cubicBezTo>
                      <a:pt x="31824" y="4673"/>
                      <a:pt x="31619" y="4105"/>
                      <a:pt x="31437" y="3550"/>
                    </a:cubicBezTo>
                    <a:cubicBezTo>
                      <a:pt x="31498" y="3248"/>
                      <a:pt x="31570" y="2934"/>
                      <a:pt x="31643" y="2620"/>
                    </a:cubicBezTo>
                    <a:lnTo>
                      <a:pt x="31643" y="2620"/>
                    </a:lnTo>
                    <a:cubicBezTo>
                      <a:pt x="31522" y="2741"/>
                      <a:pt x="31389" y="2862"/>
                      <a:pt x="31268" y="2982"/>
                    </a:cubicBezTo>
                    <a:cubicBezTo>
                      <a:pt x="31208" y="2765"/>
                      <a:pt x="31160" y="2536"/>
                      <a:pt x="31124" y="2318"/>
                    </a:cubicBezTo>
                    <a:cubicBezTo>
                      <a:pt x="30918" y="2813"/>
                      <a:pt x="30749" y="3284"/>
                      <a:pt x="30580" y="3743"/>
                    </a:cubicBezTo>
                    <a:cubicBezTo>
                      <a:pt x="30218" y="4166"/>
                      <a:pt x="29892" y="4624"/>
                      <a:pt x="29590" y="5095"/>
                    </a:cubicBezTo>
                    <a:cubicBezTo>
                      <a:pt x="29530" y="4938"/>
                      <a:pt x="29458" y="4769"/>
                      <a:pt x="29385" y="4600"/>
                    </a:cubicBezTo>
                    <a:cubicBezTo>
                      <a:pt x="29518" y="3791"/>
                      <a:pt x="29639" y="2982"/>
                      <a:pt x="29771" y="2173"/>
                    </a:cubicBezTo>
                    <a:lnTo>
                      <a:pt x="29771" y="2173"/>
                    </a:lnTo>
                    <a:cubicBezTo>
                      <a:pt x="29506" y="2668"/>
                      <a:pt x="29228" y="3151"/>
                      <a:pt x="28914" y="3610"/>
                    </a:cubicBezTo>
                    <a:cubicBezTo>
                      <a:pt x="28745" y="3260"/>
                      <a:pt x="28612" y="2886"/>
                      <a:pt x="28516" y="2499"/>
                    </a:cubicBezTo>
                    <a:cubicBezTo>
                      <a:pt x="27791" y="3320"/>
                      <a:pt x="27526" y="4178"/>
                      <a:pt x="27212" y="5216"/>
                    </a:cubicBezTo>
                    <a:cubicBezTo>
                      <a:pt x="27164" y="5059"/>
                      <a:pt x="27115" y="4902"/>
                      <a:pt x="27055" y="4745"/>
                    </a:cubicBezTo>
                    <a:lnTo>
                      <a:pt x="27333" y="2910"/>
                    </a:lnTo>
                    <a:lnTo>
                      <a:pt x="26765" y="3779"/>
                    </a:lnTo>
                    <a:lnTo>
                      <a:pt x="26391" y="2693"/>
                    </a:lnTo>
                    <a:cubicBezTo>
                      <a:pt x="25812" y="3115"/>
                      <a:pt x="25558" y="3707"/>
                      <a:pt x="25401" y="4371"/>
                    </a:cubicBezTo>
                    <a:cubicBezTo>
                      <a:pt x="25425" y="3767"/>
                      <a:pt x="25449" y="3151"/>
                      <a:pt x="25486" y="2548"/>
                    </a:cubicBezTo>
                    <a:lnTo>
                      <a:pt x="25486" y="2548"/>
                    </a:lnTo>
                    <a:lnTo>
                      <a:pt x="24580" y="4479"/>
                    </a:lnTo>
                    <a:lnTo>
                      <a:pt x="23952" y="2874"/>
                    </a:lnTo>
                    <a:cubicBezTo>
                      <a:pt x="23759" y="3091"/>
                      <a:pt x="23578" y="3320"/>
                      <a:pt x="23409" y="3562"/>
                    </a:cubicBezTo>
                    <a:cubicBezTo>
                      <a:pt x="23373" y="3103"/>
                      <a:pt x="23337" y="2656"/>
                      <a:pt x="23300" y="2198"/>
                    </a:cubicBezTo>
                    <a:lnTo>
                      <a:pt x="23300" y="2198"/>
                    </a:lnTo>
                    <a:cubicBezTo>
                      <a:pt x="23325" y="2741"/>
                      <a:pt x="23300" y="3272"/>
                      <a:pt x="23228" y="3803"/>
                    </a:cubicBezTo>
                    <a:cubicBezTo>
                      <a:pt x="22950" y="4202"/>
                      <a:pt x="22709" y="4612"/>
                      <a:pt x="22492" y="5035"/>
                    </a:cubicBezTo>
                    <a:cubicBezTo>
                      <a:pt x="22347" y="4045"/>
                      <a:pt x="22274" y="3043"/>
                      <a:pt x="22274" y="2041"/>
                    </a:cubicBezTo>
                    <a:cubicBezTo>
                      <a:pt x="22178" y="2693"/>
                      <a:pt x="22081" y="3332"/>
                      <a:pt x="21997" y="3972"/>
                    </a:cubicBezTo>
                    <a:cubicBezTo>
                      <a:pt x="21924" y="3707"/>
                      <a:pt x="21864" y="3429"/>
                      <a:pt x="21803" y="3151"/>
                    </a:cubicBezTo>
                    <a:cubicBezTo>
                      <a:pt x="21477" y="3453"/>
                      <a:pt x="21200" y="3779"/>
                      <a:pt x="20970" y="4141"/>
                    </a:cubicBezTo>
                    <a:lnTo>
                      <a:pt x="20222" y="1727"/>
                    </a:lnTo>
                    <a:lnTo>
                      <a:pt x="20234" y="5300"/>
                    </a:lnTo>
                    <a:lnTo>
                      <a:pt x="19679" y="3115"/>
                    </a:lnTo>
                    <a:cubicBezTo>
                      <a:pt x="19594" y="3212"/>
                      <a:pt x="19522" y="3320"/>
                      <a:pt x="19449" y="3417"/>
                    </a:cubicBezTo>
                    <a:cubicBezTo>
                      <a:pt x="19220" y="2886"/>
                      <a:pt x="18966" y="2355"/>
                      <a:pt x="18701" y="1848"/>
                    </a:cubicBezTo>
                    <a:lnTo>
                      <a:pt x="18701" y="1848"/>
                    </a:lnTo>
                    <a:cubicBezTo>
                      <a:pt x="18809" y="2620"/>
                      <a:pt x="18894" y="3405"/>
                      <a:pt x="18942" y="4202"/>
                    </a:cubicBezTo>
                    <a:cubicBezTo>
                      <a:pt x="18761" y="4540"/>
                      <a:pt x="18580" y="4866"/>
                      <a:pt x="18375" y="5192"/>
                    </a:cubicBezTo>
                    <a:cubicBezTo>
                      <a:pt x="18302" y="4733"/>
                      <a:pt x="18242" y="4298"/>
                      <a:pt x="18170" y="3852"/>
                    </a:cubicBezTo>
                    <a:cubicBezTo>
                      <a:pt x="18266" y="3308"/>
                      <a:pt x="18363" y="2765"/>
                      <a:pt x="18447" y="2234"/>
                    </a:cubicBezTo>
                    <a:lnTo>
                      <a:pt x="18447" y="2234"/>
                    </a:lnTo>
                    <a:lnTo>
                      <a:pt x="18037" y="2922"/>
                    </a:lnTo>
                    <a:cubicBezTo>
                      <a:pt x="18025" y="2837"/>
                      <a:pt x="18013" y="2753"/>
                      <a:pt x="18000" y="2681"/>
                    </a:cubicBezTo>
                    <a:cubicBezTo>
                      <a:pt x="17711" y="3043"/>
                      <a:pt x="17457" y="3453"/>
                      <a:pt x="17264" y="3888"/>
                    </a:cubicBezTo>
                    <a:lnTo>
                      <a:pt x="17035" y="3502"/>
                    </a:lnTo>
                    <a:cubicBezTo>
                      <a:pt x="16938" y="3948"/>
                      <a:pt x="16878" y="4407"/>
                      <a:pt x="16842" y="4866"/>
                    </a:cubicBezTo>
                    <a:lnTo>
                      <a:pt x="16660" y="5180"/>
                    </a:lnTo>
                    <a:cubicBezTo>
                      <a:pt x="16491" y="4757"/>
                      <a:pt x="16383" y="4310"/>
                      <a:pt x="16310" y="3864"/>
                    </a:cubicBezTo>
                    <a:cubicBezTo>
                      <a:pt x="16407" y="3272"/>
                      <a:pt x="16516" y="2693"/>
                      <a:pt x="16660" y="2113"/>
                    </a:cubicBezTo>
                    <a:lnTo>
                      <a:pt x="16660" y="2113"/>
                    </a:lnTo>
                    <a:cubicBezTo>
                      <a:pt x="15936" y="2765"/>
                      <a:pt x="15308" y="3514"/>
                      <a:pt x="14765" y="4322"/>
                    </a:cubicBezTo>
                    <a:lnTo>
                      <a:pt x="14524" y="3236"/>
                    </a:lnTo>
                    <a:lnTo>
                      <a:pt x="14777" y="1654"/>
                    </a:lnTo>
                    <a:lnTo>
                      <a:pt x="14777" y="1654"/>
                    </a:lnTo>
                    <a:cubicBezTo>
                      <a:pt x="14644" y="1908"/>
                      <a:pt x="14499" y="2161"/>
                      <a:pt x="14355" y="2415"/>
                    </a:cubicBezTo>
                    <a:lnTo>
                      <a:pt x="14282" y="2065"/>
                    </a:lnTo>
                    <a:lnTo>
                      <a:pt x="13642" y="3514"/>
                    </a:lnTo>
                    <a:cubicBezTo>
                      <a:pt x="13280" y="4021"/>
                      <a:pt x="12906" y="4504"/>
                      <a:pt x="12495" y="4962"/>
                    </a:cubicBezTo>
                    <a:cubicBezTo>
                      <a:pt x="12363" y="4600"/>
                      <a:pt x="12242" y="4250"/>
                      <a:pt x="12121" y="3888"/>
                    </a:cubicBezTo>
                    <a:lnTo>
                      <a:pt x="12350" y="2391"/>
                    </a:lnTo>
                    <a:lnTo>
                      <a:pt x="12350" y="2391"/>
                    </a:lnTo>
                    <a:lnTo>
                      <a:pt x="11904" y="3079"/>
                    </a:lnTo>
                    <a:cubicBezTo>
                      <a:pt x="11795" y="2681"/>
                      <a:pt x="11711" y="2270"/>
                      <a:pt x="11638" y="1860"/>
                    </a:cubicBezTo>
                    <a:lnTo>
                      <a:pt x="10696" y="4914"/>
                    </a:lnTo>
                    <a:lnTo>
                      <a:pt x="10358" y="5433"/>
                    </a:lnTo>
                    <a:cubicBezTo>
                      <a:pt x="10407" y="4286"/>
                      <a:pt x="10455" y="3139"/>
                      <a:pt x="10503" y="1992"/>
                    </a:cubicBezTo>
                    <a:lnTo>
                      <a:pt x="10503" y="1992"/>
                    </a:lnTo>
                    <a:lnTo>
                      <a:pt x="9779" y="3550"/>
                    </a:lnTo>
                    <a:cubicBezTo>
                      <a:pt x="9610" y="2777"/>
                      <a:pt x="9441" y="1992"/>
                      <a:pt x="9272" y="1208"/>
                    </a:cubicBezTo>
                    <a:cubicBezTo>
                      <a:pt x="9006" y="2004"/>
                      <a:pt x="8753" y="2789"/>
                      <a:pt x="8487" y="3586"/>
                    </a:cubicBezTo>
                    <a:cubicBezTo>
                      <a:pt x="8427" y="2946"/>
                      <a:pt x="8379" y="2294"/>
                      <a:pt x="8330" y="1654"/>
                    </a:cubicBezTo>
                    <a:lnTo>
                      <a:pt x="8330" y="1654"/>
                    </a:lnTo>
                    <a:cubicBezTo>
                      <a:pt x="8379" y="2825"/>
                      <a:pt x="8209" y="3996"/>
                      <a:pt x="7823" y="5107"/>
                    </a:cubicBezTo>
                    <a:cubicBezTo>
                      <a:pt x="7618" y="3634"/>
                      <a:pt x="7425" y="2173"/>
                      <a:pt x="7220" y="713"/>
                    </a:cubicBezTo>
                    <a:cubicBezTo>
                      <a:pt x="6978" y="2077"/>
                      <a:pt x="6725" y="3441"/>
                      <a:pt x="6471" y="4805"/>
                    </a:cubicBezTo>
                    <a:cubicBezTo>
                      <a:pt x="5855" y="3441"/>
                      <a:pt x="5541" y="1956"/>
                      <a:pt x="5529" y="447"/>
                    </a:cubicBezTo>
                    <a:cubicBezTo>
                      <a:pt x="5469" y="797"/>
                      <a:pt x="5397" y="1135"/>
                      <a:pt x="5336" y="1485"/>
                    </a:cubicBezTo>
                    <a:lnTo>
                      <a:pt x="5240" y="1184"/>
                    </a:lnTo>
                    <a:lnTo>
                      <a:pt x="5240" y="1932"/>
                    </a:lnTo>
                    <a:cubicBezTo>
                      <a:pt x="5119" y="2572"/>
                      <a:pt x="4998" y="3224"/>
                      <a:pt x="4865" y="3864"/>
                    </a:cubicBezTo>
                    <a:cubicBezTo>
                      <a:pt x="4539" y="2982"/>
                      <a:pt x="4165" y="2125"/>
                      <a:pt x="3718" y="1304"/>
                    </a:cubicBezTo>
                    <a:lnTo>
                      <a:pt x="3718" y="1304"/>
                    </a:lnTo>
                    <a:cubicBezTo>
                      <a:pt x="3815" y="1944"/>
                      <a:pt x="3887" y="2596"/>
                      <a:pt x="3936" y="3248"/>
                    </a:cubicBezTo>
                    <a:cubicBezTo>
                      <a:pt x="3622" y="2306"/>
                      <a:pt x="3368" y="1340"/>
                      <a:pt x="3175" y="375"/>
                    </a:cubicBezTo>
                    <a:cubicBezTo>
                      <a:pt x="2897" y="1377"/>
                      <a:pt x="2608" y="2391"/>
                      <a:pt x="2318" y="3417"/>
                    </a:cubicBezTo>
                    <a:lnTo>
                      <a:pt x="2064" y="2958"/>
                    </a:lnTo>
                    <a:cubicBezTo>
                      <a:pt x="1956" y="3405"/>
                      <a:pt x="1895" y="3840"/>
                      <a:pt x="1871" y="4298"/>
                    </a:cubicBezTo>
                    <a:cubicBezTo>
                      <a:pt x="1352" y="2862"/>
                      <a:pt x="845" y="1437"/>
                      <a:pt x="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8" name="Google Shape;468;p91"/>
              <p:cNvGrpSpPr/>
              <p:nvPr/>
            </p:nvGrpSpPr>
            <p:grpSpPr>
              <a:xfrm>
                <a:off x="24" y="4841438"/>
                <a:ext cx="9144121" cy="302544"/>
                <a:chOff x="985425" y="3550775"/>
                <a:chExt cx="4753650" cy="587350"/>
              </a:xfrm>
            </p:grpSpPr>
            <p:sp>
              <p:nvSpPr>
                <p:cNvPr id="469" name="Google Shape;469;p91"/>
                <p:cNvSpPr/>
                <p:nvPr/>
              </p:nvSpPr>
              <p:spPr>
                <a:xfrm>
                  <a:off x="985425" y="3550775"/>
                  <a:ext cx="4753650" cy="587050"/>
                </a:xfrm>
                <a:custGeom>
                  <a:rect b="b" l="l" r="r" t="t"/>
                  <a:pathLst>
                    <a:path extrusionOk="0" h="23482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8" y="533"/>
                        <a:pt x="40209" y="533"/>
                      </a:cubicBezTo>
                      <a:cubicBezTo>
                        <a:pt x="37583" y="533"/>
                        <a:pt x="34957" y="520"/>
                        <a:pt x="32331" y="507"/>
                      </a:cubicBezTo>
                      <a:cubicBezTo>
                        <a:pt x="29723" y="495"/>
                        <a:pt x="0" y="374"/>
                        <a:pt x="0" y="374"/>
                      </a:cubicBezTo>
                      <a:lnTo>
                        <a:pt x="0" y="23482"/>
                      </a:lnTo>
                      <a:lnTo>
                        <a:pt x="190146" y="23482"/>
                      </a:lnTo>
                      <a:lnTo>
                        <a:pt x="190146" y="374"/>
                      </a:lnTo>
                      <a:cubicBezTo>
                        <a:pt x="178846" y="374"/>
                        <a:pt x="167498" y="1268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542C1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91"/>
                <p:cNvSpPr/>
                <p:nvPr/>
              </p:nvSpPr>
              <p:spPr>
                <a:xfrm>
                  <a:off x="985425" y="3550775"/>
                  <a:ext cx="4753650" cy="81500"/>
                </a:xfrm>
                <a:custGeom>
                  <a:rect b="b" l="l" r="r" t="t"/>
                  <a:pathLst>
                    <a:path extrusionOk="0" h="3260" w="190146">
                      <a:moveTo>
                        <a:pt x="64023" y="1"/>
                      </a:moveTo>
                      <a:cubicBezTo>
                        <a:pt x="62836" y="1"/>
                        <a:pt x="61837" y="19"/>
                        <a:pt x="61076" y="60"/>
                      </a:cubicBezTo>
                      <a:cubicBezTo>
                        <a:pt x="54125" y="446"/>
                        <a:pt x="47161" y="533"/>
                        <a:pt x="40199" y="533"/>
                      </a:cubicBezTo>
                      <a:cubicBezTo>
                        <a:pt x="37572" y="533"/>
                        <a:pt x="34945" y="520"/>
                        <a:pt x="32319" y="507"/>
                      </a:cubicBezTo>
                      <a:cubicBezTo>
                        <a:pt x="29711" y="495"/>
                        <a:pt x="0" y="386"/>
                        <a:pt x="0" y="374"/>
                      </a:cubicBezTo>
                      <a:lnTo>
                        <a:pt x="0" y="2040"/>
                      </a:lnTo>
                      <a:cubicBezTo>
                        <a:pt x="0" y="2040"/>
                        <a:pt x="28661" y="2922"/>
                        <a:pt x="31269" y="2946"/>
                      </a:cubicBezTo>
                      <a:cubicBezTo>
                        <a:pt x="31500" y="2947"/>
                        <a:pt x="31733" y="2947"/>
                        <a:pt x="31966" y="2947"/>
                      </a:cubicBezTo>
                      <a:cubicBezTo>
                        <a:pt x="41369" y="2947"/>
                        <a:pt x="51734" y="2245"/>
                        <a:pt x="61076" y="1739"/>
                      </a:cubicBezTo>
                      <a:cubicBezTo>
                        <a:pt x="62632" y="1652"/>
                        <a:pt x="65182" y="1617"/>
                        <a:pt x="68284" y="1617"/>
                      </a:cubicBezTo>
                      <a:cubicBezTo>
                        <a:pt x="78976" y="1617"/>
                        <a:pt x="96209" y="2026"/>
                        <a:pt x="101749" y="2101"/>
                      </a:cubicBezTo>
                      <a:cubicBezTo>
                        <a:pt x="106170" y="2161"/>
                        <a:pt x="111283" y="2364"/>
                        <a:pt x="116098" y="2364"/>
                      </a:cubicBezTo>
                      <a:cubicBezTo>
                        <a:pt x="118015" y="2364"/>
                        <a:pt x="119885" y="2332"/>
                        <a:pt x="121645" y="2246"/>
                      </a:cubicBezTo>
                      <a:cubicBezTo>
                        <a:pt x="122554" y="2202"/>
                        <a:pt x="123439" y="2182"/>
                        <a:pt x="124308" y="2182"/>
                      </a:cubicBezTo>
                      <a:cubicBezTo>
                        <a:pt x="129892" y="2182"/>
                        <a:pt x="134783" y="2983"/>
                        <a:pt x="140624" y="3224"/>
                      </a:cubicBezTo>
                      <a:cubicBezTo>
                        <a:pt x="141231" y="3248"/>
                        <a:pt x="141864" y="3259"/>
                        <a:pt x="142517" y="3259"/>
                      </a:cubicBezTo>
                      <a:cubicBezTo>
                        <a:pt x="146953" y="3259"/>
                        <a:pt x="152289" y="2757"/>
                        <a:pt x="156415" y="2704"/>
                      </a:cubicBezTo>
                      <a:cubicBezTo>
                        <a:pt x="167823" y="2572"/>
                        <a:pt x="178846" y="2040"/>
                        <a:pt x="190146" y="2040"/>
                      </a:cubicBezTo>
                      <a:lnTo>
                        <a:pt x="190146" y="386"/>
                      </a:lnTo>
                      <a:cubicBezTo>
                        <a:pt x="190070" y="386"/>
                        <a:pt x="189994" y="386"/>
                        <a:pt x="189919" y="386"/>
                      </a:cubicBezTo>
                      <a:cubicBezTo>
                        <a:pt x="178694" y="386"/>
                        <a:pt x="167421" y="1269"/>
                        <a:pt x="156101" y="1401"/>
                      </a:cubicBezTo>
                      <a:cubicBezTo>
                        <a:pt x="153856" y="1423"/>
                        <a:pt x="151609" y="1449"/>
                        <a:pt x="149362" y="1449"/>
                      </a:cubicBezTo>
                      <a:cubicBezTo>
                        <a:pt x="146871" y="1449"/>
                        <a:pt x="144379" y="1418"/>
                        <a:pt x="141891" y="1316"/>
                      </a:cubicBezTo>
                      <a:cubicBezTo>
                        <a:pt x="136270" y="1085"/>
                        <a:pt x="130649" y="502"/>
                        <a:pt x="125028" y="502"/>
                      </a:cubicBezTo>
                      <a:cubicBezTo>
                        <a:pt x="123900" y="502"/>
                        <a:pt x="122773" y="525"/>
                        <a:pt x="121645" y="580"/>
                      </a:cubicBezTo>
                      <a:cubicBezTo>
                        <a:pt x="115939" y="858"/>
                        <a:pt x="109183" y="1301"/>
                        <a:pt x="103316" y="1301"/>
                      </a:cubicBezTo>
                      <a:cubicBezTo>
                        <a:pt x="102827" y="1301"/>
                        <a:pt x="102345" y="1298"/>
                        <a:pt x="101870" y="1292"/>
                      </a:cubicBezTo>
                      <a:cubicBezTo>
                        <a:pt x="95498" y="1206"/>
                        <a:pt x="73632" y="1"/>
                        <a:pt x="64023" y="1"/>
                      </a:cubicBezTo>
                      <a:close/>
                    </a:path>
                  </a:pathLst>
                </a:custGeom>
                <a:solidFill>
                  <a:srgbClr val="6C492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91"/>
                <p:cNvSpPr/>
                <p:nvPr/>
              </p:nvSpPr>
              <p:spPr>
                <a:xfrm>
                  <a:off x="985425" y="3957075"/>
                  <a:ext cx="4753650" cy="181050"/>
                </a:xfrm>
                <a:custGeom>
                  <a:rect b="b" l="l" r="r" t="t"/>
                  <a:pathLst>
                    <a:path extrusionOk="0" h="7242" w="190146">
                      <a:moveTo>
                        <a:pt x="112072" y="0"/>
                      </a:moveTo>
                      <a:cubicBezTo>
                        <a:pt x="111613" y="0"/>
                        <a:pt x="111154" y="4"/>
                        <a:pt x="110695" y="10"/>
                      </a:cubicBezTo>
                      <a:cubicBezTo>
                        <a:pt x="107267" y="83"/>
                        <a:pt x="103983" y="602"/>
                        <a:pt x="100602" y="976"/>
                      </a:cubicBezTo>
                      <a:cubicBezTo>
                        <a:pt x="98395" y="1217"/>
                        <a:pt x="96184" y="1309"/>
                        <a:pt x="93972" y="1309"/>
                      </a:cubicBezTo>
                      <a:cubicBezTo>
                        <a:pt x="89420" y="1309"/>
                        <a:pt x="84865" y="918"/>
                        <a:pt x="80332" y="626"/>
                      </a:cubicBezTo>
                      <a:cubicBezTo>
                        <a:pt x="77651" y="453"/>
                        <a:pt x="74962" y="319"/>
                        <a:pt x="72271" y="319"/>
                      </a:cubicBezTo>
                      <a:cubicBezTo>
                        <a:pt x="71570" y="319"/>
                        <a:pt x="70868" y="328"/>
                        <a:pt x="70167" y="348"/>
                      </a:cubicBezTo>
                      <a:cubicBezTo>
                        <a:pt x="66702" y="469"/>
                        <a:pt x="63261" y="952"/>
                        <a:pt x="59821" y="1338"/>
                      </a:cubicBezTo>
                      <a:cubicBezTo>
                        <a:pt x="53448" y="2040"/>
                        <a:pt x="47031" y="2610"/>
                        <a:pt x="40602" y="2610"/>
                      </a:cubicBezTo>
                      <a:cubicBezTo>
                        <a:pt x="40284" y="2610"/>
                        <a:pt x="39965" y="2609"/>
                        <a:pt x="39647" y="2606"/>
                      </a:cubicBezTo>
                      <a:cubicBezTo>
                        <a:pt x="36086" y="2582"/>
                        <a:pt x="32536" y="2364"/>
                        <a:pt x="29011" y="1942"/>
                      </a:cubicBezTo>
                      <a:cubicBezTo>
                        <a:pt x="26077" y="1592"/>
                        <a:pt x="23168" y="1121"/>
                        <a:pt x="20234" y="819"/>
                      </a:cubicBezTo>
                      <a:cubicBezTo>
                        <a:pt x="17594" y="549"/>
                        <a:pt x="14899" y="361"/>
                        <a:pt x="12210" y="361"/>
                      </a:cubicBezTo>
                      <a:cubicBezTo>
                        <a:pt x="8885" y="361"/>
                        <a:pt x="5569" y="648"/>
                        <a:pt x="2378" y="1423"/>
                      </a:cubicBezTo>
                      <a:cubicBezTo>
                        <a:pt x="1570" y="1616"/>
                        <a:pt x="773" y="1845"/>
                        <a:pt x="0" y="2111"/>
                      </a:cubicBezTo>
                      <a:lnTo>
                        <a:pt x="0" y="7242"/>
                      </a:lnTo>
                      <a:lnTo>
                        <a:pt x="190146" y="7242"/>
                      </a:lnTo>
                      <a:lnTo>
                        <a:pt x="190146" y="1290"/>
                      </a:lnTo>
                      <a:cubicBezTo>
                        <a:pt x="187925" y="1712"/>
                        <a:pt x="185667" y="1954"/>
                        <a:pt x="183397" y="2002"/>
                      </a:cubicBezTo>
                      <a:cubicBezTo>
                        <a:pt x="183278" y="2004"/>
                        <a:pt x="183158" y="2005"/>
                        <a:pt x="183039" y="2005"/>
                      </a:cubicBezTo>
                      <a:cubicBezTo>
                        <a:pt x="179798" y="2005"/>
                        <a:pt x="176663" y="1390"/>
                        <a:pt x="173437" y="1169"/>
                      </a:cubicBezTo>
                      <a:cubicBezTo>
                        <a:pt x="172579" y="1114"/>
                        <a:pt x="171727" y="1089"/>
                        <a:pt x="170879" y="1089"/>
                      </a:cubicBezTo>
                      <a:cubicBezTo>
                        <a:pt x="168220" y="1089"/>
                        <a:pt x="165598" y="1329"/>
                        <a:pt x="162934" y="1604"/>
                      </a:cubicBezTo>
                      <a:cubicBezTo>
                        <a:pt x="157640" y="2138"/>
                        <a:pt x="152374" y="2590"/>
                        <a:pt x="147079" y="2590"/>
                      </a:cubicBezTo>
                      <a:cubicBezTo>
                        <a:pt x="145309" y="2590"/>
                        <a:pt x="143536" y="2540"/>
                        <a:pt x="141758" y="2425"/>
                      </a:cubicBezTo>
                      <a:cubicBezTo>
                        <a:pt x="134817" y="1966"/>
                        <a:pt x="127947" y="988"/>
                        <a:pt x="121017" y="409"/>
                      </a:cubicBezTo>
                      <a:cubicBezTo>
                        <a:pt x="118035" y="136"/>
                        <a:pt x="115053" y="0"/>
                        <a:pt x="112072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91"/>
                <p:cNvSpPr/>
                <p:nvPr/>
              </p:nvSpPr>
              <p:spPr>
                <a:xfrm>
                  <a:off x="985425" y="3637025"/>
                  <a:ext cx="4753650" cy="290000"/>
                </a:xfrm>
                <a:custGeom>
                  <a:rect b="b" l="l" r="r" t="t"/>
                  <a:pathLst>
                    <a:path extrusionOk="0" h="11600" w="190146">
                      <a:moveTo>
                        <a:pt x="43994" y="0"/>
                      </a:moveTo>
                      <a:cubicBezTo>
                        <a:pt x="41806" y="0"/>
                        <a:pt x="39620" y="80"/>
                        <a:pt x="37438" y="244"/>
                      </a:cubicBezTo>
                      <a:cubicBezTo>
                        <a:pt x="33707" y="498"/>
                        <a:pt x="29989" y="957"/>
                        <a:pt x="26307" y="1536"/>
                      </a:cubicBezTo>
                      <a:cubicBezTo>
                        <a:pt x="23023" y="2055"/>
                        <a:pt x="19775" y="2780"/>
                        <a:pt x="16467" y="3057"/>
                      </a:cubicBezTo>
                      <a:cubicBezTo>
                        <a:pt x="15181" y="3167"/>
                        <a:pt x="13883" y="3225"/>
                        <a:pt x="12584" y="3225"/>
                      </a:cubicBezTo>
                      <a:cubicBezTo>
                        <a:pt x="8298" y="3225"/>
                        <a:pt x="3993" y="2588"/>
                        <a:pt x="0" y="1041"/>
                      </a:cubicBezTo>
                      <a:lnTo>
                        <a:pt x="0" y="11001"/>
                      </a:lnTo>
                      <a:cubicBezTo>
                        <a:pt x="785" y="10687"/>
                        <a:pt x="1570" y="10410"/>
                        <a:pt x="2378" y="10180"/>
                      </a:cubicBezTo>
                      <a:cubicBezTo>
                        <a:pt x="5574" y="9258"/>
                        <a:pt x="8895" y="8916"/>
                        <a:pt x="12226" y="8916"/>
                      </a:cubicBezTo>
                      <a:cubicBezTo>
                        <a:pt x="14910" y="8916"/>
                        <a:pt x="17600" y="9138"/>
                        <a:pt x="20234" y="9456"/>
                      </a:cubicBezTo>
                      <a:cubicBezTo>
                        <a:pt x="23168" y="9818"/>
                        <a:pt x="26077" y="10385"/>
                        <a:pt x="29011" y="10808"/>
                      </a:cubicBezTo>
                      <a:cubicBezTo>
                        <a:pt x="32536" y="11303"/>
                        <a:pt x="36086" y="11569"/>
                        <a:pt x="39647" y="11593"/>
                      </a:cubicBezTo>
                      <a:cubicBezTo>
                        <a:pt x="40013" y="11597"/>
                        <a:pt x="40378" y="11600"/>
                        <a:pt x="40744" y="11600"/>
                      </a:cubicBezTo>
                      <a:cubicBezTo>
                        <a:pt x="47126" y="11600"/>
                        <a:pt x="53495" y="10917"/>
                        <a:pt x="59821" y="10084"/>
                      </a:cubicBezTo>
                      <a:cubicBezTo>
                        <a:pt x="63261" y="9637"/>
                        <a:pt x="66702" y="9057"/>
                        <a:pt x="70167" y="8925"/>
                      </a:cubicBezTo>
                      <a:cubicBezTo>
                        <a:pt x="70927" y="8895"/>
                        <a:pt x="71688" y="8882"/>
                        <a:pt x="72448" y="8882"/>
                      </a:cubicBezTo>
                      <a:cubicBezTo>
                        <a:pt x="75080" y="8882"/>
                        <a:pt x="77710" y="9042"/>
                        <a:pt x="80332" y="9239"/>
                      </a:cubicBezTo>
                      <a:cubicBezTo>
                        <a:pt x="84872" y="9588"/>
                        <a:pt x="89433" y="10059"/>
                        <a:pt x="93990" y="10059"/>
                      </a:cubicBezTo>
                      <a:cubicBezTo>
                        <a:pt x="96196" y="10059"/>
                        <a:pt x="98401" y="9949"/>
                        <a:pt x="100602" y="9661"/>
                      </a:cubicBezTo>
                      <a:cubicBezTo>
                        <a:pt x="103983" y="9214"/>
                        <a:pt x="107267" y="8599"/>
                        <a:pt x="110695" y="8514"/>
                      </a:cubicBezTo>
                      <a:cubicBezTo>
                        <a:pt x="111157" y="8504"/>
                        <a:pt x="111620" y="8500"/>
                        <a:pt x="112084" y="8500"/>
                      </a:cubicBezTo>
                      <a:cubicBezTo>
                        <a:pt x="115051" y="8500"/>
                        <a:pt x="118052" y="8693"/>
                        <a:pt x="121017" y="8985"/>
                      </a:cubicBezTo>
                      <a:cubicBezTo>
                        <a:pt x="127947" y="9673"/>
                        <a:pt x="134805" y="10844"/>
                        <a:pt x="141758" y="11388"/>
                      </a:cubicBezTo>
                      <a:cubicBezTo>
                        <a:pt x="143544" y="11524"/>
                        <a:pt x="145325" y="11584"/>
                        <a:pt x="147102" y="11584"/>
                      </a:cubicBezTo>
                      <a:cubicBezTo>
                        <a:pt x="152390" y="11584"/>
                        <a:pt x="157648" y="11051"/>
                        <a:pt x="162934" y="10410"/>
                      </a:cubicBezTo>
                      <a:cubicBezTo>
                        <a:pt x="165590" y="10090"/>
                        <a:pt x="168205" y="9805"/>
                        <a:pt x="170857" y="9805"/>
                      </a:cubicBezTo>
                      <a:cubicBezTo>
                        <a:pt x="171712" y="9805"/>
                        <a:pt x="172572" y="9835"/>
                        <a:pt x="173437" y="9903"/>
                      </a:cubicBezTo>
                      <a:cubicBezTo>
                        <a:pt x="176681" y="10160"/>
                        <a:pt x="179833" y="10895"/>
                        <a:pt x="183093" y="10895"/>
                      </a:cubicBezTo>
                      <a:cubicBezTo>
                        <a:pt x="183194" y="10895"/>
                        <a:pt x="183296" y="10894"/>
                        <a:pt x="183397" y="10893"/>
                      </a:cubicBezTo>
                      <a:cubicBezTo>
                        <a:pt x="185667" y="10832"/>
                        <a:pt x="187937" y="10542"/>
                        <a:pt x="190146" y="10035"/>
                      </a:cubicBezTo>
                      <a:lnTo>
                        <a:pt x="190146" y="1814"/>
                      </a:lnTo>
                      <a:cubicBezTo>
                        <a:pt x="187623" y="2454"/>
                        <a:pt x="185015" y="2840"/>
                        <a:pt x="182516" y="3154"/>
                      </a:cubicBezTo>
                      <a:cubicBezTo>
                        <a:pt x="180861" y="3359"/>
                        <a:pt x="179196" y="3463"/>
                        <a:pt x="177530" y="3463"/>
                      </a:cubicBezTo>
                      <a:cubicBezTo>
                        <a:pt x="176156" y="3463"/>
                        <a:pt x="174782" y="3392"/>
                        <a:pt x="173413" y="3250"/>
                      </a:cubicBezTo>
                      <a:cubicBezTo>
                        <a:pt x="170238" y="2925"/>
                        <a:pt x="167082" y="2610"/>
                        <a:pt x="163893" y="2610"/>
                      </a:cubicBezTo>
                      <a:cubicBezTo>
                        <a:pt x="163529" y="2610"/>
                        <a:pt x="163166" y="2614"/>
                        <a:pt x="162801" y="2623"/>
                      </a:cubicBezTo>
                      <a:cubicBezTo>
                        <a:pt x="155570" y="2816"/>
                        <a:pt x="148447" y="4228"/>
                        <a:pt x="141227" y="4639"/>
                      </a:cubicBezTo>
                      <a:cubicBezTo>
                        <a:pt x="140190" y="4699"/>
                        <a:pt x="139157" y="4727"/>
                        <a:pt x="138128" y="4727"/>
                      </a:cubicBezTo>
                      <a:cubicBezTo>
                        <a:pt x="132556" y="4727"/>
                        <a:pt x="127088" y="3900"/>
                        <a:pt x="121585" y="2840"/>
                      </a:cubicBezTo>
                      <a:cubicBezTo>
                        <a:pt x="115132" y="1595"/>
                        <a:pt x="108631" y="172"/>
                        <a:pt x="102000" y="172"/>
                      </a:cubicBezTo>
                      <a:cubicBezTo>
                        <a:pt x="101945" y="172"/>
                        <a:pt x="101889" y="172"/>
                        <a:pt x="101834" y="172"/>
                      </a:cubicBezTo>
                      <a:cubicBezTo>
                        <a:pt x="98260" y="172"/>
                        <a:pt x="94783" y="703"/>
                        <a:pt x="91294" y="1464"/>
                      </a:cubicBezTo>
                      <a:cubicBezTo>
                        <a:pt x="88011" y="2176"/>
                        <a:pt x="84727" y="2973"/>
                        <a:pt x="81370" y="3311"/>
                      </a:cubicBezTo>
                      <a:cubicBezTo>
                        <a:pt x="80471" y="3400"/>
                        <a:pt x="79574" y="3437"/>
                        <a:pt x="78679" y="3437"/>
                      </a:cubicBezTo>
                      <a:cubicBezTo>
                        <a:pt x="75923" y="3437"/>
                        <a:pt x="73185" y="3083"/>
                        <a:pt x="70433" y="2792"/>
                      </a:cubicBezTo>
                      <a:cubicBezTo>
                        <a:pt x="66907" y="2430"/>
                        <a:pt x="63394" y="2019"/>
                        <a:pt x="59881" y="1500"/>
                      </a:cubicBezTo>
                      <a:cubicBezTo>
                        <a:pt x="56090" y="945"/>
                        <a:pt x="52336" y="317"/>
                        <a:pt x="48508" y="112"/>
                      </a:cubicBezTo>
                      <a:cubicBezTo>
                        <a:pt x="47003" y="38"/>
                        <a:pt x="45498" y="0"/>
                        <a:pt x="43994" y="0"/>
                      </a:cubicBezTo>
                      <a:close/>
                    </a:path>
                  </a:pathLst>
                </a:custGeom>
                <a:solidFill>
                  <a:srgbClr val="49250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73" name="Google Shape;473;p91"/>
            <p:cNvSpPr/>
            <p:nvPr/>
          </p:nvSpPr>
          <p:spPr>
            <a:xfrm>
              <a:off x="7151025" y="-317275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91"/>
            <p:cNvSpPr/>
            <p:nvPr/>
          </p:nvSpPr>
          <p:spPr>
            <a:xfrm>
              <a:off x="-1108450" y="200085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91"/>
            <p:cNvSpPr/>
            <p:nvPr/>
          </p:nvSpPr>
          <p:spPr>
            <a:xfrm>
              <a:off x="8801425" y="3436000"/>
              <a:ext cx="1519750" cy="677839"/>
            </a:xfrm>
            <a:custGeom>
              <a:rect b="b" l="l" r="r" t="t"/>
              <a:pathLst>
                <a:path extrusionOk="0" h="14143" w="31711">
                  <a:moveTo>
                    <a:pt x="16687" y="1"/>
                  </a:moveTo>
                  <a:cubicBezTo>
                    <a:pt x="16206" y="1"/>
                    <a:pt x="15698" y="50"/>
                    <a:pt x="15164" y="159"/>
                  </a:cubicBezTo>
                  <a:cubicBezTo>
                    <a:pt x="11373" y="944"/>
                    <a:pt x="9634" y="4783"/>
                    <a:pt x="9634" y="4783"/>
                  </a:cubicBezTo>
                  <a:cubicBezTo>
                    <a:pt x="9116" y="4303"/>
                    <a:pt x="8379" y="4094"/>
                    <a:pt x="7595" y="4094"/>
                  </a:cubicBezTo>
                  <a:cubicBezTo>
                    <a:pt x="6387" y="4094"/>
                    <a:pt x="5067" y="4589"/>
                    <a:pt x="4262" y="5350"/>
                  </a:cubicBezTo>
                  <a:cubicBezTo>
                    <a:pt x="2861" y="6690"/>
                    <a:pt x="2886" y="7704"/>
                    <a:pt x="2886" y="7704"/>
                  </a:cubicBezTo>
                  <a:cubicBezTo>
                    <a:pt x="2628" y="7535"/>
                    <a:pt x="2326" y="7461"/>
                    <a:pt x="2018" y="7461"/>
                  </a:cubicBezTo>
                  <a:cubicBezTo>
                    <a:pt x="1227" y="7461"/>
                    <a:pt x="400" y="7951"/>
                    <a:pt x="217" y="8586"/>
                  </a:cubicBezTo>
                  <a:cubicBezTo>
                    <a:pt x="0" y="9274"/>
                    <a:pt x="314" y="10022"/>
                    <a:pt x="954" y="10360"/>
                  </a:cubicBezTo>
                  <a:cubicBezTo>
                    <a:pt x="990" y="10372"/>
                    <a:pt x="1026" y="10397"/>
                    <a:pt x="1063" y="10421"/>
                  </a:cubicBezTo>
                  <a:cubicBezTo>
                    <a:pt x="1649" y="10706"/>
                    <a:pt x="2128" y="10781"/>
                    <a:pt x="2471" y="10781"/>
                  </a:cubicBezTo>
                  <a:cubicBezTo>
                    <a:pt x="2854" y="10781"/>
                    <a:pt x="3067" y="10686"/>
                    <a:pt x="3067" y="10686"/>
                  </a:cubicBezTo>
                  <a:cubicBezTo>
                    <a:pt x="3902" y="12479"/>
                    <a:pt x="5149" y="13004"/>
                    <a:pt x="6309" y="13004"/>
                  </a:cubicBezTo>
                  <a:cubicBezTo>
                    <a:pt x="7211" y="13004"/>
                    <a:pt x="8060" y="12686"/>
                    <a:pt x="8620" y="12401"/>
                  </a:cubicBezTo>
                  <a:cubicBezTo>
                    <a:pt x="9018" y="12195"/>
                    <a:pt x="9839" y="11845"/>
                    <a:pt x="9839" y="11845"/>
                  </a:cubicBezTo>
                  <a:cubicBezTo>
                    <a:pt x="9839" y="11845"/>
                    <a:pt x="12133" y="14018"/>
                    <a:pt x="15320" y="14139"/>
                  </a:cubicBezTo>
                  <a:cubicBezTo>
                    <a:pt x="15385" y="14142"/>
                    <a:pt x="15452" y="14143"/>
                    <a:pt x="15520" y="14143"/>
                  </a:cubicBezTo>
                  <a:cubicBezTo>
                    <a:pt x="17436" y="14143"/>
                    <a:pt x="20490" y="13162"/>
                    <a:pt x="21224" y="11483"/>
                  </a:cubicBezTo>
                  <a:cubicBezTo>
                    <a:pt x="22347" y="12128"/>
                    <a:pt x="23755" y="12396"/>
                    <a:pt x="25165" y="12396"/>
                  </a:cubicBezTo>
                  <a:cubicBezTo>
                    <a:pt x="28032" y="12396"/>
                    <a:pt x="30912" y="11289"/>
                    <a:pt x="31438" y="9986"/>
                  </a:cubicBezTo>
                  <a:cubicBezTo>
                    <a:pt x="31710" y="9304"/>
                    <a:pt x="31518" y="7812"/>
                    <a:pt x="30086" y="7812"/>
                  </a:cubicBezTo>
                  <a:cubicBezTo>
                    <a:pt x="29869" y="7812"/>
                    <a:pt x="29625" y="7846"/>
                    <a:pt x="29349" y="7922"/>
                  </a:cubicBezTo>
                  <a:cubicBezTo>
                    <a:pt x="29458" y="7113"/>
                    <a:pt x="29313" y="6280"/>
                    <a:pt x="28939" y="5555"/>
                  </a:cubicBezTo>
                  <a:lnTo>
                    <a:pt x="28842" y="5411"/>
                  </a:lnTo>
                  <a:cubicBezTo>
                    <a:pt x="28358" y="4598"/>
                    <a:pt x="27410" y="4034"/>
                    <a:pt x="26295" y="4034"/>
                  </a:cubicBezTo>
                  <a:cubicBezTo>
                    <a:pt x="26018" y="4034"/>
                    <a:pt x="25730" y="4069"/>
                    <a:pt x="25437" y="4143"/>
                  </a:cubicBezTo>
                  <a:cubicBezTo>
                    <a:pt x="25087" y="3327"/>
                    <a:pt x="24296" y="2843"/>
                    <a:pt x="23468" y="2843"/>
                  </a:cubicBezTo>
                  <a:cubicBezTo>
                    <a:pt x="23157" y="2843"/>
                    <a:pt x="22840" y="2911"/>
                    <a:pt x="22540" y="3056"/>
                  </a:cubicBezTo>
                  <a:cubicBezTo>
                    <a:pt x="21545" y="1822"/>
                    <a:pt x="19614" y="1"/>
                    <a:pt x="16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stoga"/>
              <a:buNone/>
              <a:defRPr b="0" i="0" sz="3000" u="none" cap="none" strike="noStrik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stoga"/>
              <a:buNone/>
              <a:defRPr b="0" i="0" sz="3000" u="none" cap="none" strike="noStrik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stoga"/>
              <a:buNone/>
              <a:defRPr b="0" i="0" sz="3000" u="none" cap="none" strike="noStrik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stoga"/>
              <a:buNone/>
              <a:defRPr b="0" i="0" sz="3000" u="none" cap="none" strike="noStrik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stoga"/>
              <a:buNone/>
              <a:defRPr b="0" i="0" sz="3000" u="none" cap="none" strike="noStrik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stoga"/>
              <a:buNone/>
              <a:defRPr b="0" i="0" sz="3000" u="none" cap="none" strike="noStrik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stoga"/>
              <a:buNone/>
              <a:defRPr b="0" i="0" sz="3000" u="none" cap="none" strike="noStrik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stoga"/>
              <a:buNone/>
              <a:defRPr b="0" i="0" sz="3000" u="none" cap="none" strike="noStrik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stoga"/>
              <a:buNone/>
              <a:defRPr b="0" i="0" sz="3000" u="none" cap="none" strike="noStrik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b="0" i="0" sz="1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DiXhHiS-rg7oo_HAigTMUu0ge_2qgBwJ/view" TargetMode="External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1"/>
          <p:cNvGrpSpPr/>
          <p:nvPr/>
        </p:nvGrpSpPr>
        <p:grpSpPr>
          <a:xfrm>
            <a:off x="0" y="3249107"/>
            <a:ext cx="9144145" cy="1894561"/>
            <a:chOff x="0" y="3249107"/>
            <a:chExt cx="9144145" cy="1894561"/>
          </a:xfrm>
        </p:grpSpPr>
        <p:sp>
          <p:nvSpPr>
            <p:cNvPr id="481" name="Google Shape;481;p1"/>
            <p:cNvSpPr/>
            <p:nvPr/>
          </p:nvSpPr>
          <p:spPr>
            <a:xfrm>
              <a:off x="0" y="3249107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2" name="Google Shape;482;p1"/>
            <p:cNvGrpSpPr/>
            <p:nvPr/>
          </p:nvGrpSpPr>
          <p:grpSpPr>
            <a:xfrm>
              <a:off x="24" y="3547662"/>
              <a:ext cx="9144121" cy="1596006"/>
              <a:chOff x="985425" y="3550775"/>
              <a:chExt cx="4753650" cy="587350"/>
            </a:xfrm>
          </p:grpSpPr>
          <p:sp>
            <p:nvSpPr>
              <p:cNvPr id="483" name="Google Shape;483;p1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1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1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1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7" name="Google Shape;487;p1"/>
          <p:cNvSpPr txBox="1"/>
          <p:nvPr>
            <p:ph type="ctrTitle"/>
          </p:nvPr>
        </p:nvSpPr>
        <p:spPr>
          <a:xfrm>
            <a:off x="463850" y="652725"/>
            <a:ext cx="5132400" cy="159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Smart Soil Watering System</a:t>
            </a:r>
            <a:endParaRPr b="0"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  <p:sp>
        <p:nvSpPr>
          <p:cNvPr id="488" name="Google Shape;488;p1"/>
          <p:cNvSpPr txBox="1"/>
          <p:nvPr>
            <p:ph idx="1" type="subTitle"/>
          </p:nvPr>
        </p:nvSpPr>
        <p:spPr>
          <a:xfrm>
            <a:off x="463850" y="2474725"/>
            <a:ext cx="3747600" cy="475800"/>
          </a:xfrm>
          <a:prstGeom prst="rect">
            <a:avLst/>
          </a:prstGeom>
          <a:solidFill>
            <a:schemeClr val="accent3"/>
          </a:solidFill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От BareMinimum</a:t>
            </a:r>
            <a:endParaRPr/>
          </a:p>
        </p:txBody>
      </p:sp>
      <p:pic>
        <p:nvPicPr>
          <p:cNvPr id="489" name="Google Shape;4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313" y="1061298"/>
            <a:ext cx="2589701" cy="42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"/>
          <p:cNvSpPr txBox="1"/>
          <p:nvPr>
            <p:ph type="title"/>
          </p:nvPr>
        </p:nvSpPr>
        <p:spPr>
          <a:xfrm>
            <a:off x="2135550" y="893150"/>
            <a:ext cx="48729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800"/>
              <a:t>Какъв е проблемът?</a:t>
            </a:r>
            <a:endParaRPr sz="4800"/>
          </a:p>
        </p:txBody>
      </p:sp>
      <p:pic>
        <p:nvPicPr>
          <p:cNvPr id="495" name="Google Shape;4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2200" y="3240650"/>
            <a:ext cx="614200" cy="165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"/>
          <p:cNvSpPr txBox="1"/>
          <p:nvPr/>
        </p:nvSpPr>
        <p:spPr>
          <a:xfrm>
            <a:off x="2043150" y="648550"/>
            <a:ext cx="5057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Цел на проекта</a:t>
            </a:r>
            <a:endParaRPr sz="4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01" name="Google Shape;501;p8"/>
          <p:cNvSpPr txBox="1"/>
          <p:nvPr/>
        </p:nvSpPr>
        <p:spPr>
          <a:xfrm>
            <a:off x="1286750" y="1770850"/>
            <a:ext cx="6756600" cy="18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bin"/>
              <a:buChar char="●"/>
            </a:pPr>
            <a:r>
              <a:rPr lang="en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Създаване на интелигентна система за наблюдение на почвата</a:t>
            </a: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bin"/>
              <a:buChar char="●"/>
            </a:pPr>
            <a:r>
              <a:rPr lang="en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Наблюдение и ранно откриване на пожари</a:t>
            </a: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bin"/>
              <a:buChar char="●"/>
            </a:pPr>
            <a:r>
              <a:rPr lang="en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Оптимизиране на процеса на напояване</a:t>
            </a: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"/>
          <p:cNvSpPr txBox="1"/>
          <p:nvPr/>
        </p:nvSpPr>
        <p:spPr>
          <a:xfrm>
            <a:off x="1645650" y="125075"/>
            <a:ext cx="58527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Нашето решение</a:t>
            </a:r>
            <a:endParaRPr sz="4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07" name="Google Shape;507;p6" title="0-02-05-b537aec1fe7867a68fc8a9eacc0a288a4f8580f9a5c07859efbf4b272884ab80_3cfe8e38c8acc9b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3268" y="1037000"/>
            <a:ext cx="1993036" cy="354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"/>
          <p:cNvSpPr txBox="1"/>
          <p:nvPr>
            <p:ph type="title"/>
          </p:nvPr>
        </p:nvSpPr>
        <p:spPr>
          <a:xfrm>
            <a:off x="697650" y="659400"/>
            <a:ext cx="28998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Използвани технологии</a:t>
            </a:r>
            <a:endParaRPr/>
          </a:p>
        </p:txBody>
      </p:sp>
      <p:pic>
        <p:nvPicPr>
          <p:cNvPr id="513" name="Google Shape;5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8975" y="3399525"/>
            <a:ext cx="948600" cy="212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650" y="1747400"/>
            <a:ext cx="1357525" cy="13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3825" y="2356025"/>
            <a:ext cx="1402775" cy="140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0175" y="1747400"/>
            <a:ext cx="2216275" cy="15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4925" y="101300"/>
            <a:ext cx="2676370" cy="144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4860506">
            <a:off x="5784701" y="981175"/>
            <a:ext cx="3429474" cy="19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6"/>
          <p:cNvSpPr txBox="1"/>
          <p:nvPr/>
        </p:nvSpPr>
        <p:spPr>
          <a:xfrm>
            <a:off x="2066550" y="383600"/>
            <a:ext cx="50109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Процес на работа</a:t>
            </a:r>
            <a:endParaRPr sz="4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24" name="Google Shape;524;p16"/>
          <p:cNvSpPr txBox="1"/>
          <p:nvPr/>
        </p:nvSpPr>
        <p:spPr>
          <a:xfrm>
            <a:off x="870375" y="1903325"/>
            <a:ext cx="15663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Валентин</a:t>
            </a: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25" name="Google Shape;525;p16"/>
          <p:cNvSpPr txBox="1"/>
          <p:nvPr/>
        </p:nvSpPr>
        <p:spPr>
          <a:xfrm>
            <a:off x="870375" y="2339750"/>
            <a:ext cx="1371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- </a:t>
            </a:r>
            <a:r>
              <a:rPr lang="en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Embedded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26" name="Google Shape;526;p16"/>
          <p:cNvSpPr txBox="1"/>
          <p:nvPr/>
        </p:nvSpPr>
        <p:spPr>
          <a:xfrm>
            <a:off x="2436675" y="1903325"/>
            <a:ext cx="17490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Константин</a:t>
            </a: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27" name="Google Shape;527;p16"/>
          <p:cNvSpPr txBox="1"/>
          <p:nvPr/>
        </p:nvSpPr>
        <p:spPr>
          <a:xfrm>
            <a:off x="2436675" y="2339750"/>
            <a:ext cx="1371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- AI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28" name="Google Shape;528;p16"/>
          <p:cNvSpPr txBox="1"/>
          <p:nvPr/>
        </p:nvSpPr>
        <p:spPr>
          <a:xfrm>
            <a:off x="4310375" y="1903313"/>
            <a:ext cx="17490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Кристиан</a:t>
            </a: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29" name="Google Shape;529;p16"/>
          <p:cNvSpPr txBox="1"/>
          <p:nvPr/>
        </p:nvSpPr>
        <p:spPr>
          <a:xfrm>
            <a:off x="4310375" y="2339738"/>
            <a:ext cx="1371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- Web app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0" name="Google Shape;530;p16"/>
          <p:cNvSpPr txBox="1"/>
          <p:nvPr/>
        </p:nvSpPr>
        <p:spPr>
          <a:xfrm>
            <a:off x="6059375" y="1903313"/>
            <a:ext cx="24549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Виктор и Ясен</a:t>
            </a: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1" name="Google Shape;531;p16"/>
          <p:cNvSpPr txBox="1"/>
          <p:nvPr/>
        </p:nvSpPr>
        <p:spPr>
          <a:xfrm>
            <a:off x="6059375" y="2339738"/>
            <a:ext cx="1371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- Mobile app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2e615e6f4_0_20"/>
          <p:cNvSpPr txBox="1"/>
          <p:nvPr>
            <p:ph type="title"/>
          </p:nvPr>
        </p:nvSpPr>
        <p:spPr>
          <a:xfrm>
            <a:off x="2026450" y="565850"/>
            <a:ext cx="48729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800"/>
              <a:t>Нашето преживяване</a:t>
            </a:r>
            <a:endParaRPr sz="4800"/>
          </a:p>
        </p:txBody>
      </p:sp>
      <p:pic>
        <p:nvPicPr>
          <p:cNvPr id="537" name="Google Shape;537;g3d2e615e6f4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2200" y="3240650"/>
            <a:ext cx="614200" cy="1650776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g3d2e615e6f4_0_20"/>
          <p:cNvSpPr txBox="1"/>
          <p:nvPr/>
        </p:nvSpPr>
        <p:spPr>
          <a:xfrm>
            <a:off x="1559475" y="2074725"/>
            <a:ext cx="469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bin"/>
              <a:buChar char="●"/>
            </a:pPr>
            <a:r>
              <a:rPr lang="en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Какво научихме от хакатона?</a:t>
            </a: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bin"/>
              <a:buChar char="●"/>
            </a:pPr>
            <a:r>
              <a:rPr lang="en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Какво ни затрудни най-много?</a:t>
            </a: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2e615e6f4_0_53"/>
          <p:cNvSpPr txBox="1"/>
          <p:nvPr>
            <p:ph type="title"/>
          </p:nvPr>
        </p:nvSpPr>
        <p:spPr>
          <a:xfrm>
            <a:off x="2026450" y="565850"/>
            <a:ext cx="48729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800"/>
              <a:t>Бъдещо развитие</a:t>
            </a:r>
            <a:endParaRPr sz="4800"/>
          </a:p>
        </p:txBody>
      </p:sp>
      <p:pic>
        <p:nvPicPr>
          <p:cNvPr id="544" name="Google Shape;544;g3d2e615e6f4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2200" y="3240650"/>
            <a:ext cx="614200" cy="165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g3d2e615e6f4_0_26"/>
          <p:cNvGrpSpPr/>
          <p:nvPr/>
        </p:nvGrpSpPr>
        <p:grpSpPr>
          <a:xfrm>
            <a:off x="0" y="3249107"/>
            <a:ext cx="9144145" cy="1894562"/>
            <a:chOff x="0" y="3249107"/>
            <a:chExt cx="9144145" cy="1894562"/>
          </a:xfrm>
        </p:grpSpPr>
        <p:sp>
          <p:nvSpPr>
            <p:cNvPr id="550" name="Google Shape;550;g3d2e615e6f4_0_26"/>
            <p:cNvSpPr/>
            <p:nvPr/>
          </p:nvSpPr>
          <p:spPr>
            <a:xfrm>
              <a:off x="0" y="3249107"/>
              <a:ext cx="9143949" cy="724532"/>
            </a:xfrm>
            <a:custGeom>
              <a:rect b="b" l="l" r="r" t="t"/>
              <a:pathLst>
                <a:path extrusionOk="0" h="15056" w="190014">
                  <a:moveTo>
                    <a:pt x="102510" y="2379"/>
                  </a:moveTo>
                  <a:lnTo>
                    <a:pt x="102510" y="2379"/>
                  </a:lnTo>
                  <a:cubicBezTo>
                    <a:pt x="102506" y="2408"/>
                    <a:pt x="102503" y="2437"/>
                    <a:pt x="102499" y="2467"/>
                  </a:cubicBezTo>
                  <a:lnTo>
                    <a:pt x="102499" y="2467"/>
                  </a:lnTo>
                  <a:cubicBezTo>
                    <a:pt x="102503" y="2438"/>
                    <a:pt x="102507" y="2408"/>
                    <a:pt x="102510" y="2379"/>
                  </a:cubicBezTo>
                  <a:close/>
                  <a:moveTo>
                    <a:pt x="184037" y="2548"/>
                  </a:moveTo>
                  <a:lnTo>
                    <a:pt x="184031" y="2602"/>
                  </a:lnTo>
                  <a:lnTo>
                    <a:pt x="184031" y="2602"/>
                  </a:lnTo>
                  <a:cubicBezTo>
                    <a:pt x="184034" y="2584"/>
                    <a:pt x="184035" y="2566"/>
                    <a:pt x="184037" y="2548"/>
                  </a:cubicBezTo>
                  <a:close/>
                  <a:moveTo>
                    <a:pt x="79692" y="3320"/>
                  </a:moveTo>
                  <a:lnTo>
                    <a:pt x="79691" y="3324"/>
                  </a:lnTo>
                  <a:lnTo>
                    <a:pt x="79695" y="3329"/>
                  </a:lnTo>
                  <a:lnTo>
                    <a:pt x="79695" y="3329"/>
                  </a:lnTo>
                  <a:cubicBezTo>
                    <a:pt x="79694" y="3326"/>
                    <a:pt x="79693" y="3323"/>
                    <a:pt x="79692" y="3320"/>
                  </a:cubicBezTo>
                  <a:close/>
                  <a:moveTo>
                    <a:pt x="107292" y="3868"/>
                  </a:moveTo>
                  <a:cubicBezTo>
                    <a:pt x="107352" y="4048"/>
                    <a:pt x="107400" y="4239"/>
                    <a:pt x="107435" y="4431"/>
                  </a:cubicBezTo>
                  <a:lnTo>
                    <a:pt x="107122" y="4697"/>
                  </a:lnTo>
                  <a:lnTo>
                    <a:pt x="107292" y="3868"/>
                  </a:lnTo>
                  <a:close/>
                  <a:moveTo>
                    <a:pt x="326" y="0"/>
                  </a:moveTo>
                  <a:cubicBezTo>
                    <a:pt x="302" y="1087"/>
                    <a:pt x="193" y="2161"/>
                    <a:pt x="0" y="3224"/>
                  </a:cubicBezTo>
                  <a:lnTo>
                    <a:pt x="0" y="15055"/>
                  </a:lnTo>
                  <a:lnTo>
                    <a:pt x="190013" y="15055"/>
                  </a:lnTo>
                  <a:lnTo>
                    <a:pt x="190013" y="6411"/>
                  </a:lnTo>
                  <a:lnTo>
                    <a:pt x="189591" y="6411"/>
                  </a:lnTo>
                  <a:cubicBezTo>
                    <a:pt x="189240" y="5518"/>
                    <a:pt x="189349" y="4516"/>
                    <a:pt x="189880" y="3719"/>
                  </a:cubicBezTo>
                  <a:lnTo>
                    <a:pt x="189880" y="3719"/>
                  </a:lnTo>
                  <a:lnTo>
                    <a:pt x="188673" y="4781"/>
                  </a:lnTo>
                  <a:lnTo>
                    <a:pt x="188987" y="3067"/>
                  </a:lnTo>
                  <a:lnTo>
                    <a:pt x="188987" y="3067"/>
                  </a:lnTo>
                  <a:cubicBezTo>
                    <a:pt x="188468" y="3731"/>
                    <a:pt x="187864" y="4322"/>
                    <a:pt x="187176" y="4817"/>
                  </a:cubicBezTo>
                  <a:cubicBezTo>
                    <a:pt x="187140" y="4383"/>
                    <a:pt x="187236" y="3948"/>
                    <a:pt x="187454" y="3562"/>
                  </a:cubicBezTo>
                  <a:lnTo>
                    <a:pt x="187454" y="3562"/>
                  </a:lnTo>
                  <a:cubicBezTo>
                    <a:pt x="186741" y="4359"/>
                    <a:pt x="185896" y="5035"/>
                    <a:pt x="184955" y="5542"/>
                  </a:cubicBezTo>
                  <a:cubicBezTo>
                    <a:pt x="185124" y="4660"/>
                    <a:pt x="185293" y="3779"/>
                    <a:pt x="185462" y="2898"/>
                  </a:cubicBezTo>
                  <a:lnTo>
                    <a:pt x="185462" y="2898"/>
                  </a:lnTo>
                  <a:cubicBezTo>
                    <a:pt x="185124" y="3827"/>
                    <a:pt x="184532" y="4636"/>
                    <a:pt x="183759" y="5240"/>
                  </a:cubicBezTo>
                  <a:lnTo>
                    <a:pt x="184031" y="2602"/>
                  </a:lnTo>
                  <a:lnTo>
                    <a:pt x="184031" y="2602"/>
                  </a:lnTo>
                  <a:cubicBezTo>
                    <a:pt x="183916" y="3617"/>
                    <a:pt x="183235" y="4498"/>
                    <a:pt x="182262" y="4854"/>
                  </a:cubicBezTo>
                  <a:lnTo>
                    <a:pt x="182190" y="2234"/>
                  </a:lnTo>
                  <a:cubicBezTo>
                    <a:pt x="181779" y="3163"/>
                    <a:pt x="181236" y="4045"/>
                    <a:pt x="180596" y="4830"/>
                  </a:cubicBezTo>
                  <a:cubicBezTo>
                    <a:pt x="180548" y="4021"/>
                    <a:pt x="180488" y="3212"/>
                    <a:pt x="180439" y="2403"/>
                  </a:cubicBezTo>
                  <a:cubicBezTo>
                    <a:pt x="179872" y="3151"/>
                    <a:pt x="179413" y="3972"/>
                    <a:pt x="179063" y="4842"/>
                  </a:cubicBezTo>
                  <a:lnTo>
                    <a:pt x="179063" y="3707"/>
                  </a:lnTo>
                  <a:lnTo>
                    <a:pt x="178496" y="4914"/>
                  </a:lnTo>
                  <a:cubicBezTo>
                    <a:pt x="178315" y="4467"/>
                    <a:pt x="178230" y="3972"/>
                    <a:pt x="178266" y="3489"/>
                  </a:cubicBezTo>
                  <a:lnTo>
                    <a:pt x="178266" y="3489"/>
                  </a:lnTo>
                  <a:cubicBezTo>
                    <a:pt x="178146" y="3695"/>
                    <a:pt x="178025" y="3900"/>
                    <a:pt x="177892" y="4093"/>
                  </a:cubicBezTo>
                  <a:cubicBezTo>
                    <a:pt x="177832" y="3272"/>
                    <a:pt x="177759" y="2439"/>
                    <a:pt x="177699" y="1606"/>
                  </a:cubicBezTo>
                  <a:lnTo>
                    <a:pt x="177699" y="1606"/>
                  </a:lnTo>
                  <a:cubicBezTo>
                    <a:pt x="177747" y="2729"/>
                    <a:pt x="177590" y="3864"/>
                    <a:pt x="177240" y="4926"/>
                  </a:cubicBezTo>
                  <a:cubicBezTo>
                    <a:pt x="177156" y="5011"/>
                    <a:pt x="177083" y="5095"/>
                    <a:pt x="176999" y="5180"/>
                  </a:cubicBezTo>
                  <a:cubicBezTo>
                    <a:pt x="176793" y="3948"/>
                    <a:pt x="176685" y="2705"/>
                    <a:pt x="176673" y="1461"/>
                  </a:cubicBezTo>
                  <a:lnTo>
                    <a:pt x="176129" y="5204"/>
                  </a:lnTo>
                  <a:cubicBezTo>
                    <a:pt x="175912" y="4588"/>
                    <a:pt x="175852" y="3924"/>
                    <a:pt x="175924" y="3272"/>
                  </a:cubicBezTo>
                  <a:lnTo>
                    <a:pt x="175924" y="3272"/>
                  </a:lnTo>
                  <a:cubicBezTo>
                    <a:pt x="175828" y="3586"/>
                    <a:pt x="175707" y="3888"/>
                    <a:pt x="175562" y="4178"/>
                  </a:cubicBezTo>
                  <a:cubicBezTo>
                    <a:pt x="175248" y="3176"/>
                    <a:pt x="174934" y="2161"/>
                    <a:pt x="174620" y="1147"/>
                  </a:cubicBezTo>
                  <a:lnTo>
                    <a:pt x="174620" y="1147"/>
                  </a:lnTo>
                  <a:cubicBezTo>
                    <a:pt x="174620" y="2427"/>
                    <a:pt x="174632" y="3719"/>
                    <a:pt x="174632" y="4999"/>
                  </a:cubicBezTo>
                  <a:cubicBezTo>
                    <a:pt x="174572" y="4793"/>
                    <a:pt x="174500" y="4576"/>
                    <a:pt x="174439" y="4371"/>
                  </a:cubicBezTo>
                  <a:cubicBezTo>
                    <a:pt x="174379" y="3924"/>
                    <a:pt x="174355" y="3477"/>
                    <a:pt x="174379" y="3031"/>
                  </a:cubicBezTo>
                  <a:lnTo>
                    <a:pt x="174379" y="3031"/>
                  </a:lnTo>
                  <a:cubicBezTo>
                    <a:pt x="174331" y="3260"/>
                    <a:pt x="174270" y="3477"/>
                    <a:pt x="174198" y="3695"/>
                  </a:cubicBezTo>
                  <a:cubicBezTo>
                    <a:pt x="173884" y="2862"/>
                    <a:pt x="173522" y="2041"/>
                    <a:pt x="173099" y="1256"/>
                  </a:cubicBezTo>
                  <a:lnTo>
                    <a:pt x="173099" y="1256"/>
                  </a:lnTo>
                  <a:cubicBezTo>
                    <a:pt x="173304" y="2644"/>
                    <a:pt x="173401" y="4057"/>
                    <a:pt x="173377" y="5457"/>
                  </a:cubicBezTo>
                  <a:cubicBezTo>
                    <a:pt x="173329" y="5542"/>
                    <a:pt x="173280" y="5614"/>
                    <a:pt x="173232" y="5699"/>
                  </a:cubicBezTo>
                  <a:cubicBezTo>
                    <a:pt x="173063" y="4769"/>
                    <a:pt x="173003" y="3827"/>
                    <a:pt x="173039" y="2886"/>
                  </a:cubicBezTo>
                  <a:lnTo>
                    <a:pt x="173039" y="2886"/>
                  </a:lnTo>
                  <a:cubicBezTo>
                    <a:pt x="172930" y="3514"/>
                    <a:pt x="172725" y="4117"/>
                    <a:pt x="172435" y="4673"/>
                  </a:cubicBezTo>
                  <a:cubicBezTo>
                    <a:pt x="172109" y="4081"/>
                    <a:pt x="171783" y="3502"/>
                    <a:pt x="171445" y="2922"/>
                  </a:cubicBezTo>
                  <a:cubicBezTo>
                    <a:pt x="171397" y="3139"/>
                    <a:pt x="171349" y="3369"/>
                    <a:pt x="171324" y="3598"/>
                  </a:cubicBezTo>
                  <a:cubicBezTo>
                    <a:pt x="171228" y="3127"/>
                    <a:pt x="171155" y="2656"/>
                    <a:pt x="171119" y="2186"/>
                  </a:cubicBezTo>
                  <a:cubicBezTo>
                    <a:pt x="170926" y="2958"/>
                    <a:pt x="170685" y="3731"/>
                    <a:pt x="170395" y="4479"/>
                  </a:cubicBezTo>
                  <a:lnTo>
                    <a:pt x="170033" y="3755"/>
                  </a:lnTo>
                  <a:cubicBezTo>
                    <a:pt x="170033" y="4359"/>
                    <a:pt x="169984" y="4938"/>
                    <a:pt x="169972" y="5481"/>
                  </a:cubicBezTo>
                  <a:lnTo>
                    <a:pt x="169936" y="5554"/>
                  </a:lnTo>
                  <a:cubicBezTo>
                    <a:pt x="169610" y="4274"/>
                    <a:pt x="169284" y="2994"/>
                    <a:pt x="168946" y="1715"/>
                  </a:cubicBezTo>
                  <a:cubicBezTo>
                    <a:pt x="168825" y="3127"/>
                    <a:pt x="168499" y="4504"/>
                    <a:pt x="168004" y="5832"/>
                  </a:cubicBezTo>
                  <a:cubicBezTo>
                    <a:pt x="167618" y="4793"/>
                    <a:pt x="167232" y="3755"/>
                    <a:pt x="166845" y="2717"/>
                  </a:cubicBezTo>
                  <a:lnTo>
                    <a:pt x="166845" y="2717"/>
                  </a:lnTo>
                  <a:cubicBezTo>
                    <a:pt x="166894" y="3779"/>
                    <a:pt x="166701" y="4854"/>
                    <a:pt x="166290" y="5844"/>
                  </a:cubicBezTo>
                  <a:lnTo>
                    <a:pt x="164793" y="2693"/>
                  </a:lnTo>
                  <a:cubicBezTo>
                    <a:pt x="164721" y="3731"/>
                    <a:pt x="164648" y="4781"/>
                    <a:pt x="164576" y="5819"/>
                  </a:cubicBezTo>
                  <a:lnTo>
                    <a:pt x="162946" y="3043"/>
                  </a:lnTo>
                  <a:lnTo>
                    <a:pt x="162861" y="6121"/>
                  </a:lnTo>
                  <a:lnTo>
                    <a:pt x="162451" y="5566"/>
                  </a:lnTo>
                  <a:cubicBezTo>
                    <a:pt x="162439" y="5264"/>
                    <a:pt x="162391" y="4962"/>
                    <a:pt x="162306" y="4685"/>
                  </a:cubicBezTo>
                  <a:cubicBezTo>
                    <a:pt x="162210" y="4781"/>
                    <a:pt x="162137" y="4902"/>
                    <a:pt x="162041" y="4999"/>
                  </a:cubicBezTo>
                  <a:lnTo>
                    <a:pt x="161690" y="4528"/>
                  </a:lnTo>
                  <a:cubicBezTo>
                    <a:pt x="161654" y="4033"/>
                    <a:pt x="161606" y="3538"/>
                    <a:pt x="161570" y="3055"/>
                  </a:cubicBezTo>
                  <a:lnTo>
                    <a:pt x="160990" y="4009"/>
                  </a:lnTo>
                  <a:cubicBezTo>
                    <a:pt x="161002" y="3924"/>
                    <a:pt x="161014" y="3852"/>
                    <a:pt x="161038" y="3767"/>
                  </a:cubicBezTo>
                  <a:lnTo>
                    <a:pt x="161038" y="3767"/>
                  </a:lnTo>
                  <a:cubicBezTo>
                    <a:pt x="160725" y="4178"/>
                    <a:pt x="160447" y="4612"/>
                    <a:pt x="160205" y="5071"/>
                  </a:cubicBezTo>
                  <a:cubicBezTo>
                    <a:pt x="160121" y="4298"/>
                    <a:pt x="160036" y="3526"/>
                    <a:pt x="159940" y="2741"/>
                  </a:cubicBezTo>
                  <a:cubicBezTo>
                    <a:pt x="159493" y="3489"/>
                    <a:pt x="159010" y="4202"/>
                    <a:pt x="158503" y="4914"/>
                  </a:cubicBezTo>
                  <a:cubicBezTo>
                    <a:pt x="158431" y="4564"/>
                    <a:pt x="158358" y="4226"/>
                    <a:pt x="158286" y="3876"/>
                  </a:cubicBezTo>
                  <a:cubicBezTo>
                    <a:pt x="158286" y="4238"/>
                    <a:pt x="158262" y="4588"/>
                    <a:pt x="158213" y="4950"/>
                  </a:cubicBezTo>
                  <a:cubicBezTo>
                    <a:pt x="157960" y="4274"/>
                    <a:pt x="157803" y="3586"/>
                    <a:pt x="157731" y="2874"/>
                  </a:cubicBezTo>
                  <a:cubicBezTo>
                    <a:pt x="157405" y="3755"/>
                    <a:pt x="156958" y="4588"/>
                    <a:pt x="156390" y="5349"/>
                  </a:cubicBezTo>
                  <a:lnTo>
                    <a:pt x="155642" y="3067"/>
                  </a:lnTo>
                  <a:lnTo>
                    <a:pt x="155642" y="3067"/>
                  </a:lnTo>
                  <a:cubicBezTo>
                    <a:pt x="155666" y="3888"/>
                    <a:pt x="155388" y="4685"/>
                    <a:pt x="154857" y="5312"/>
                  </a:cubicBezTo>
                  <a:cubicBezTo>
                    <a:pt x="154423" y="4528"/>
                    <a:pt x="153988" y="3755"/>
                    <a:pt x="153565" y="2982"/>
                  </a:cubicBezTo>
                  <a:lnTo>
                    <a:pt x="152769" y="5614"/>
                  </a:lnTo>
                  <a:lnTo>
                    <a:pt x="151646" y="3477"/>
                  </a:lnTo>
                  <a:cubicBezTo>
                    <a:pt x="151465" y="4238"/>
                    <a:pt x="151284" y="4986"/>
                    <a:pt x="151103" y="5747"/>
                  </a:cubicBezTo>
                  <a:lnTo>
                    <a:pt x="150064" y="3031"/>
                  </a:lnTo>
                  <a:cubicBezTo>
                    <a:pt x="150052" y="4069"/>
                    <a:pt x="149775" y="5095"/>
                    <a:pt x="149280" y="6013"/>
                  </a:cubicBezTo>
                  <a:lnTo>
                    <a:pt x="148531" y="3369"/>
                  </a:lnTo>
                  <a:cubicBezTo>
                    <a:pt x="148495" y="4105"/>
                    <a:pt x="148290" y="4830"/>
                    <a:pt x="147952" y="5481"/>
                  </a:cubicBezTo>
                  <a:lnTo>
                    <a:pt x="146889" y="2681"/>
                  </a:lnTo>
                  <a:cubicBezTo>
                    <a:pt x="146793" y="3634"/>
                    <a:pt x="146563" y="4564"/>
                    <a:pt x="146213" y="5457"/>
                  </a:cubicBezTo>
                  <a:cubicBezTo>
                    <a:pt x="145585" y="4745"/>
                    <a:pt x="145151" y="3888"/>
                    <a:pt x="144921" y="2970"/>
                  </a:cubicBezTo>
                  <a:cubicBezTo>
                    <a:pt x="144704" y="3803"/>
                    <a:pt x="144487" y="4636"/>
                    <a:pt x="144269" y="5469"/>
                  </a:cubicBezTo>
                  <a:cubicBezTo>
                    <a:pt x="143738" y="4854"/>
                    <a:pt x="143340" y="4129"/>
                    <a:pt x="143135" y="3357"/>
                  </a:cubicBezTo>
                  <a:lnTo>
                    <a:pt x="143110" y="5904"/>
                  </a:lnTo>
                  <a:lnTo>
                    <a:pt x="141577" y="3610"/>
                  </a:lnTo>
                  <a:lnTo>
                    <a:pt x="141239" y="5614"/>
                  </a:lnTo>
                  <a:cubicBezTo>
                    <a:pt x="141106" y="5494"/>
                    <a:pt x="140974" y="5361"/>
                    <a:pt x="140853" y="5216"/>
                  </a:cubicBezTo>
                  <a:cubicBezTo>
                    <a:pt x="140937" y="4431"/>
                    <a:pt x="141082" y="3646"/>
                    <a:pt x="141287" y="2874"/>
                  </a:cubicBezTo>
                  <a:lnTo>
                    <a:pt x="141287" y="2874"/>
                  </a:lnTo>
                  <a:cubicBezTo>
                    <a:pt x="140961" y="3357"/>
                    <a:pt x="140611" y="3827"/>
                    <a:pt x="140213" y="4262"/>
                  </a:cubicBezTo>
                  <a:cubicBezTo>
                    <a:pt x="140104" y="4033"/>
                    <a:pt x="140020" y="3803"/>
                    <a:pt x="139947" y="3562"/>
                  </a:cubicBezTo>
                  <a:lnTo>
                    <a:pt x="139947" y="3562"/>
                  </a:lnTo>
                  <a:cubicBezTo>
                    <a:pt x="140008" y="3840"/>
                    <a:pt x="140056" y="4105"/>
                    <a:pt x="140104" y="4383"/>
                  </a:cubicBezTo>
                  <a:cubicBezTo>
                    <a:pt x="139778" y="4721"/>
                    <a:pt x="139440" y="5047"/>
                    <a:pt x="139090" y="5349"/>
                  </a:cubicBezTo>
                  <a:lnTo>
                    <a:pt x="139235" y="2886"/>
                  </a:lnTo>
                  <a:lnTo>
                    <a:pt x="139235" y="2886"/>
                  </a:lnTo>
                  <a:cubicBezTo>
                    <a:pt x="138849" y="3743"/>
                    <a:pt x="138305" y="4504"/>
                    <a:pt x="137629" y="5143"/>
                  </a:cubicBezTo>
                  <a:cubicBezTo>
                    <a:pt x="137581" y="4274"/>
                    <a:pt x="137545" y="3405"/>
                    <a:pt x="137509" y="2536"/>
                  </a:cubicBezTo>
                  <a:lnTo>
                    <a:pt x="135746" y="5143"/>
                  </a:lnTo>
                  <a:cubicBezTo>
                    <a:pt x="135456" y="4419"/>
                    <a:pt x="135311" y="3646"/>
                    <a:pt x="135324" y="2874"/>
                  </a:cubicBezTo>
                  <a:lnTo>
                    <a:pt x="135324" y="2874"/>
                  </a:lnTo>
                  <a:cubicBezTo>
                    <a:pt x="135010" y="3695"/>
                    <a:pt x="134563" y="4443"/>
                    <a:pt x="134008" y="5119"/>
                  </a:cubicBezTo>
                  <a:cubicBezTo>
                    <a:pt x="133899" y="4479"/>
                    <a:pt x="133802" y="3840"/>
                    <a:pt x="133706" y="3212"/>
                  </a:cubicBezTo>
                  <a:lnTo>
                    <a:pt x="132607" y="5469"/>
                  </a:lnTo>
                  <a:cubicBezTo>
                    <a:pt x="132257" y="4624"/>
                    <a:pt x="132016" y="3719"/>
                    <a:pt x="131919" y="2801"/>
                  </a:cubicBezTo>
                  <a:cubicBezTo>
                    <a:pt x="131400" y="3803"/>
                    <a:pt x="130881" y="4817"/>
                    <a:pt x="130362" y="5819"/>
                  </a:cubicBezTo>
                  <a:lnTo>
                    <a:pt x="129529" y="3139"/>
                  </a:lnTo>
                  <a:lnTo>
                    <a:pt x="128406" y="5675"/>
                  </a:lnTo>
                  <a:lnTo>
                    <a:pt x="127826" y="3477"/>
                  </a:lnTo>
                  <a:cubicBezTo>
                    <a:pt x="127525" y="4105"/>
                    <a:pt x="127102" y="4660"/>
                    <a:pt x="126595" y="5131"/>
                  </a:cubicBezTo>
                  <a:lnTo>
                    <a:pt x="126510" y="3477"/>
                  </a:lnTo>
                  <a:cubicBezTo>
                    <a:pt x="126160" y="4202"/>
                    <a:pt x="125702" y="4878"/>
                    <a:pt x="125158" y="5481"/>
                  </a:cubicBezTo>
                  <a:cubicBezTo>
                    <a:pt x="124844" y="4805"/>
                    <a:pt x="124736" y="4045"/>
                    <a:pt x="124844" y="3308"/>
                  </a:cubicBezTo>
                  <a:lnTo>
                    <a:pt x="124844" y="3308"/>
                  </a:lnTo>
                  <a:cubicBezTo>
                    <a:pt x="124410" y="3912"/>
                    <a:pt x="123975" y="4516"/>
                    <a:pt x="123541" y="5107"/>
                  </a:cubicBezTo>
                  <a:lnTo>
                    <a:pt x="122864" y="3200"/>
                  </a:lnTo>
                  <a:lnTo>
                    <a:pt x="121633" y="5409"/>
                  </a:lnTo>
                  <a:lnTo>
                    <a:pt x="120957" y="3538"/>
                  </a:lnTo>
                  <a:lnTo>
                    <a:pt x="119991" y="5131"/>
                  </a:lnTo>
                  <a:cubicBezTo>
                    <a:pt x="119762" y="4636"/>
                    <a:pt x="119532" y="4153"/>
                    <a:pt x="119291" y="3658"/>
                  </a:cubicBezTo>
                  <a:cubicBezTo>
                    <a:pt x="119086" y="4383"/>
                    <a:pt x="118868" y="5095"/>
                    <a:pt x="118663" y="5807"/>
                  </a:cubicBezTo>
                  <a:cubicBezTo>
                    <a:pt x="118301" y="4986"/>
                    <a:pt x="117939" y="4153"/>
                    <a:pt x="117577" y="3332"/>
                  </a:cubicBezTo>
                  <a:lnTo>
                    <a:pt x="116816" y="5819"/>
                  </a:lnTo>
                  <a:lnTo>
                    <a:pt x="115524" y="3272"/>
                  </a:lnTo>
                  <a:cubicBezTo>
                    <a:pt x="115319" y="4045"/>
                    <a:pt x="115005" y="4793"/>
                    <a:pt x="114583" y="5481"/>
                  </a:cubicBezTo>
                  <a:lnTo>
                    <a:pt x="113641" y="3369"/>
                  </a:lnTo>
                  <a:cubicBezTo>
                    <a:pt x="113436" y="4141"/>
                    <a:pt x="113110" y="4890"/>
                    <a:pt x="112675" y="5578"/>
                  </a:cubicBezTo>
                  <a:cubicBezTo>
                    <a:pt x="112144" y="5047"/>
                    <a:pt x="111733" y="4395"/>
                    <a:pt x="111468" y="3683"/>
                  </a:cubicBezTo>
                  <a:lnTo>
                    <a:pt x="110562" y="6097"/>
                  </a:lnTo>
                  <a:cubicBezTo>
                    <a:pt x="110019" y="5228"/>
                    <a:pt x="109488" y="4359"/>
                    <a:pt x="108957" y="3502"/>
                  </a:cubicBezTo>
                  <a:cubicBezTo>
                    <a:pt x="108776" y="4057"/>
                    <a:pt x="108594" y="4600"/>
                    <a:pt x="108425" y="5155"/>
                  </a:cubicBezTo>
                  <a:lnTo>
                    <a:pt x="107918" y="4588"/>
                  </a:lnTo>
                  <a:cubicBezTo>
                    <a:pt x="108003" y="4250"/>
                    <a:pt x="108148" y="3936"/>
                    <a:pt x="108341" y="3658"/>
                  </a:cubicBezTo>
                  <a:lnTo>
                    <a:pt x="108341" y="3658"/>
                  </a:lnTo>
                  <a:lnTo>
                    <a:pt x="107641" y="4262"/>
                  </a:lnTo>
                  <a:lnTo>
                    <a:pt x="107292" y="3866"/>
                  </a:lnTo>
                  <a:lnTo>
                    <a:pt x="107472" y="2994"/>
                  </a:lnTo>
                  <a:lnTo>
                    <a:pt x="107472" y="2994"/>
                  </a:lnTo>
                  <a:cubicBezTo>
                    <a:pt x="106965" y="3610"/>
                    <a:pt x="106373" y="4166"/>
                    <a:pt x="105721" y="4624"/>
                  </a:cubicBezTo>
                  <a:lnTo>
                    <a:pt x="105612" y="4528"/>
                  </a:lnTo>
                  <a:cubicBezTo>
                    <a:pt x="105625" y="4153"/>
                    <a:pt x="105733" y="3791"/>
                    <a:pt x="105914" y="3465"/>
                  </a:cubicBezTo>
                  <a:lnTo>
                    <a:pt x="105914" y="3465"/>
                  </a:lnTo>
                  <a:cubicBezTo>
                    <a:pt x="105697" y="3695"/>
                    <a:pt x="105468" y="3924"/>
                    <a:pt x="105226" y="4141"/>
                  </a:cubicBezTo>
                  <a:cubicBezTo>
                    <a:pt x="105033" y="3948"/>
                    <a:pt x="104852" y="3743"/>
                    <a:pt x="104683" y="3538"/>
                  </a:cubicBezTo>
                  <a:lnTo>
                    <a:pt x="104683" y="3538"/>
                  </a:lnTo>
                  <a:cubicBezTo>
                    <a:pt x="104852" y="3743"/>
                    <a:pt x="104997" y="3972"/>
                    <a:pt x="105130" y="4226"/>
                  </a:cubicBezTo>
                  <a:cubicBezTo>
                    <a:pt x="104586" y="4673"/>
                    <a:pt x="104007" y="5071"/>
                    <a:pt x="103391" y="5385"/>
                  </a:cubicBezTo>
                  <a:cubicBezTo>
                    <a:pt x="103572" y="4516"/>
                    <a:pt x="103753" y="3634"/>
                    <a:pt x="103934" y="2753"/>
                  </a:cubicBezTo>
                  <a:lnTo>
                    <a:pt x="103934" y="2753"/>
                  </a:lnTo>
                  <a:cubicBezTo>
                    <a:pt x="103584" y="3683"/>
                    <a:pt x="102981" y="4479"/>
                    <a:pt x="102184" y="5071"/>
                  </a:cubicBezTo>
                  <a:cubicBezTo>
                    <a:pt x="102289" y="4207"/>
                    <a:pt x="102394" y="3342"/>
                    <a:pt x="102499" y="2467"/>
                  </a:cubicBezTo>
                  <a:lnTo>
                    <a:pt x="102499" y="2467"/>
                  </a:lnTo>
                  <a:cubicBezTo>
                    <a:pt x="102361" y="3478"/>
                    <a:pt x="101661" y="4320"/>
                    <a:pt x="100699" y="4648"/>
                  </a:cubicBezTo>
                  <a:cubicBezTo>
                    <a:pt x="100699" y="3779"/>
                    <a:pt x="100687" y="2910"/>
                    <a:pt x="100687" y="2041"/>
                  </a:cubicBezTo>
                  <a:cubicBezTo>
                    <a:pt x="100252" y="2958"/>
                    <a:pt x="99697" y="3827"/>
                    <a:pt x="99033" y="4600"/>
                  </a:cubicBezTo>
                  <a:lnTo>
                    <a:pt x="98924" y="2161"/>
                  </a:lnTo>
                  <a:cubicBezTo>
                    <a:pt x="98200" y="3103"/>
                    <a:pt x="97632" y="4141"/>
                    <a:pt x="97234" y="5252"/>
                  </a:cubicBezTo>
                  <a:cubicBezTo>
                    <a:pt x="96848" y="4648"/>
                    <a:pt x="96667" y="3936"/>
                    <a:pt x="96727" y="3224"/>
                  </a:cubicBezTo>
                  <a:lnTo>
                    <a:pt x="96727" y="3224"/>
                  </a:lnTo>
                  <a:cubicBezTo>
                    <a:pt x="96232" y="4093"/>
                    <a:pt x="95556" y="4842"/>
                    <a:pt x="94759" y="5445"/>
                  </a:cubicBezTo>
                  <a:cubicBezTo>
                    <a:pt x="94397" y="4660"/>
                    <a:pt x="94276" y="3803"/>
                    <a:pt x="94385" y="2946"/>
                  </a:cubicBezTo>
                  <a:lnTo>
                    <a:pt x="94385" y="2946"/>
                  </a:lnTo>
                  <a:cubicBezTo>
                    <a:pt x="94107" y="3767"/>
                    <a:pt x="93673" y="4528"/>
                    <a:pt x="93093" y="5168"/>
                  </a:cubicBezTo>
                  <a:cubicBezTo>
                    <a:pt x="92876" y="4359"/>
                    <a:pt x="92791" y="3514"/>
                    <a:pt x="92852" y="2681"/>
                  </a:cubicBezTo>
                  <a:lnTo>
                    <a:pt x="92852" y="2681"/>
                  </a:lnTo>
                  <a:cubicBezTo>
                    <a:pt x="92610" y="3634"/>
                    <a:pt x="92200" y="4528"/>
                    <a:pt x="91644" y="5324"/>
                  </a:cubicBezTo>
                  <a:cubicBezTo>
                    <a:pt x="91499" y="4395"/>
                    <a:pt x="91451" y="3453"/>
                    <a:pt x="91499" y="2524"/>
                  </a:cubicBezTo>
                  <a:lnTo>
                    <a:pt x="91499" y="2524"/>
                  </a:lnTo>
                  <a:cubicBezTo>
                    <a:pt x="91318" y="3502"/>
                    <a:pt x="90884" y="4419"/>
                    <a:pt x="90268" y="5192"/>
                  </a:cubicBezTo>
                  <a:cubicBezTo>
                    <a:pt x="89918" y="4081"/>
                    <a:pt x="89688" y="2934"/>
                    <a:pt x="89592" y="1775"/>
                  </a:cubicBezTo>
                  <a:cubicBezTo>
                    <a:pt x="89302" y="2934"/>
                    <a:pt x="88880" y="4057"/>
                    <a:pt x="88348" y="5119"/>
                  </a:cubicBezTo>
                  <a:lnTo>
                    <a:pt x="87443" y="1268"/>
                  </a:lnTo>
                  <a:cubicBezTo>
                    <a:pt x="87286" y="2681"/>
                    <a:pt x="86948" y="4057"/>
                    <a:pt x="86417" y="5373"/>
                  </a:cubicBezTo>
                  <a:lnTo>
                    <a:pt x="85318" y="2222"/>
                  </a:lnTo>
                  <a:lnTo>
                    <a:pt x="85318" y="2222"/>
                  </a:lnTo>
                  <a:cubicBezTo>
                    <a:pt x="85354" y="3296"/>
                    <a:pt x="85137" y="4359"/>
                    <a:pt x="84702" y="5349"/>
                  </a:cubicBezTo>
                  <a:cubicBezTo>
                    <a:pt x="84232" y="4286"/>
                    <a:pt x="83761" y="3236"/>
                    <a:pt x="83290" y="2173"/>
                  </a:cubicBezTo>
                  <a:lnTo>
                    <a:pt x="83000" y="5300"/>
                  </a:lnTo>
                  <a:lnTo>
                    <a:pt x="81419" y="2499"/>
                  </a:lnTo>
                  <a:cubicBezTo>
                    <a:pt x="81382" y="3248"/>
                    <a:pt x="81346" y="4009"/>
                    <a:pt x="81322" y="4757"/>
                  </a:cubicBezTo>
                  <a:cubicBezTo>
                    <a:pt x="81189" y="4866"/>
                    <a:pt x="81069" y="4974"/>
                    <a:pt x="80936" y="5083"/>
                  </a:cubicBezTo>
                  <a:lnTo>
                    <a:pt x="80670" y="4685"/>
                  </a:lnTo>
                  <a:cubicBezTo>
                    <a:pt x="80815" y="4178"/>
                    <a:pt x="80960" y="3658"/>
                    <a:pt x="81105" y="3151"/>
                  </a:cubicBezTo>
                  <a:lnTo>
                    <a:pt x="81105" y="3151"/>
                  </a:lnTo>
                  <a:cubicBezTo>
                    <a:pt x="80851" y="3502"/>
                    <a:pt x="80586" y="3840"/>
                    <a:pt x="80284" y="4153"/>
                  </a:cubicBezTo>
                  <a:lnTo>
                    <a:pt x="79695" y="3329"/>
                  </a:lnTo>
                  <a:lnTo>
                    <a:pt x="79695" y="3329"/>
                  </a:lnTo>
                  <a:cubicBezTo>
                    <a:pt x="79814" y="3701"/>
                    <a:pt x="79910" y="4084"/>
                    <a:pt x="79970" y="4479"/>
                  </a:cubicBezTo>
                  <a:cubicBezTo>
                    <a:pt x="79716" y="4733"/>
                    <a:pt x="79439" y="4962"/>
                    <a:pt x="79149" y="5192"/>
                  </a:cubicBezTo>
                  <a:lnTo>
                    <a:pt x="79691" y="3324"/>
                  </a:lnTo>
                  <a:lnTo>
                    <a:pt x="79680" y="3308"/>
                  </a:lnTo>
                  <a:lnTo>
                    <a:pt x="79873" y="2656"/>
                  </a:lnTo>
                  <a:lnTo>
                    <a:pt x="79873" y="2656"/>
                  </a:lnTo>
                  <a:lnTo>
                    <a:pt x="77809" y="4697"/>
                  </a:lnTo>
                  <a:cubicBezTo>
                    <a:pt x="77688" y="4552"/>
                    <a:pt x="77567" y="4395"/>
                    <a:pt x="77459" y="4250"/>
                  </a:cubicBezTo>
                  <a:lnTo>
                    <a:pt x="77459" y="4250"/>
                  </a:lnTo>
                  <a:cubicBezTo>
                    <a:pt x="77580" y="4419"/>
                    <a:pt x="77688" y="4576"/>
                    <a:pt x="77785" y="4733"/>
                  </a:cubicBezTo>
                  <a:lnTo>
                    <a:pt x="77302" y="5204"/>
                  </a:lnTo>
                  <a:lnTo>
                    <a:pt x="77676" y="2644"/>
                  </a:lnTo>
                  <a:lnTo>
                    <a:pt x="75600" y="5023"/>
                  </a:lnTo>
                  <a:lnTo>
                    <a:pt x="75600" y="5023"/>
                  </a:lnTo>
                  <a:lnTo>
                    <a:pt x="76022" y="2246"/>
                  </a:lnTo>
                  <a:lnTo>
                    <a:pt x="74392" y="4467"/>
                  </a:lnTo>
                  <a:cubicBezTo>
                    <a:pt x="74477" y="3489"/>
                    <a:pt x="74573" y="2512"/>
                    <a:pt x="74670" y="1534"/>
                  </a:cubicBezTo>
                  <a:lnTo>
                    <a:pt x="74670" y="1534"/>
                  </a:lnTo>
                  <a:lnTo>
                    <a:pt x="72509" y="4817"/>
                  </a:lnTo>
                  <a:cubicBezTo>
                    <a:pt x="72473" y="3598"/>
                    <a:pt x="72437" y="2367"/>
                    <a:pt x="72388" y="1147"/>
                  </a:cubicBezTo>
                  <a:cubicBezTo>
                    <a:pt x="71833" y="2584"/>
                    <a:pt x="71278" y="4021"/>
                    <a:pt x="70710" y="5469"/>
                  </a:cubicBezTo>
                  <a:cubicBezTo>
                    <a:pt x="70734" y="4552"/>
                    <a:pt x="70758" y="3634"/>
                    <a:pt x="70783" y="2717"/>
                  </a:cubicBezTo>
                  <a:lnTo>
                    <a:pt x="70783" y="2717"/>
                  </a:lnTo>
                  <a:lnTo>
                    <a:pt x="69817" y="4455"/>
                  </a:lnTo>
                  <a:cubicBezTo>
                    <a:pt x="69720" y="4057"/>
                    <a:pt x="69636" y="3658"/>
                    <a:pt x="69539" y="3320"/>
                  </a:cubicBezTo>
                  <a:cubicBezTo>
                    <a:pt x="69467" y="3489"/>
                    <a:pt x="69370" y="3707"/>
                    <a:pt x="69286" y="3924"/>
                  </a:cubicBezTo>
                  <a:lnTo>
                    <a:pt x="69249" y="2705"/>
                  </a:lnTo>
                  <a:cubicBezTo>
                    <a:pt x="68887" y="3260"/>
                    <a:pt x="68646" y="3731"/>
                    <a:pt x="68380" y="4226"/>
                  </a:cubicBezTo>
                  <a:cubicBezTo>
                    <a:pt x="68247" y="3803"/>
                    <a:pt x="68102" y="3381"/>
                    <a:pt x="68018" y="3139"/>
                  </a:cubicBezTo>
                  <a:lnTo>
                    <a:pt x="67716" y="4504"/>
                  </a:lnTo>
                  <a:cubicBezTo>
                    <a:pt x="67607" y="4033"/>
                    <a:pt x="67463" y="3562"/>
                    <a:pt x="67402" y="3079"/>
                  </a:cubicBezTo>
                  <a:cubicBezTo>
                    <a:pt x="67221" y="3357"/>
                    <a:pt x="67028" y="3646"/>
                    <a:pt x="66823" y="3960"/>
                  </a:cubicBezTo>
                  <a:cubicBezTo>
                    <a:pt x="66569" y="3586"/>
                    <a:pt x="66364" y="3200"/>
                    <a:pt x="66207" y="2777"/>
                  </a:cubicBezTo>
                  <a:cubicBezTo>
                    <a:pt x="66074" y="3320"/>
                    <a:pt x="65953" y="3864"/>
                    <a:pt x="65833" y="4407"/>
                  </a:cubicBezTo>
                  <a:cubicBezTo>
                    <a:pt x="65929" y="3634"/>
                    <a:pt x="66050" y="2765"/>
                    <a:pt x="66038" y="2403"/>
                  </a:cubicBezTo>
                  <a:lnTo>
                    <a:pt x="66038" y="2403"/>
                  </a:lnTo>
                  <a:cubicBezTo>
                    <a:pt x="65821" y="2801"/>
                    <a:pt x="65495" y="3393"/>
                    <a:pt x="65157" y="3984"/>
                  </a:cubicBezTo>
                  <a:cubicBezTo>
                    <a:pt x="64988" y="3574"/>
                    <a:pt x="64831" y="3151"/>
                    <a:pt x="64674" y="2729"/>
                  </a:cubicBezTo>
                  <a:cubicBezTo>
                    <a:pt x="64529" y="3489"/>
                    <a:pt x="64299" y="4226"/>
                    <a:pt x="63986" y="4926"/>
                  </a:cubicBezTo>
                  <a:cubicBezTo>
                    <a:pt x="63913" y="4733"/>
                    <a:pt x="63853" y="4540"/>
                    <a:pt x="63792" y="4347"/>
                  </a:cubicBezTo>
                  <a:cubicBezTo>
                    <a:pt x="63780" y="4141"/>
                    <a:pt x="63792" y="3936"/>
                    <a:pt x="63805" y="3731"/>
                  </a:cubicBezTo>
                  <a:lnTo>
                    <a:pt x="63805" y="3731"/>
                  </a:lnTo>
                  <a:lnTo>
                    <a:pt x="63648" y="3948"/>
                  </a:lnTo>
                  <a:cubicBezTo>
                    <a:pt x="63527" y="3574"/>
                    <a:pt x="63406" y="3188"/>
                    <a:pt x="63273" y="2813"/>
                  </a:cubicBezTo>
                  <a:cubicBezTo>
                    <a:pt x="63153" y="3441"/>
                    <a:pt x="62971" y="4069"/>
                    <a:pt x="62718" y="4660"/>
                  </a:cubicBezTo>
                  <a:lnTo>
                    <a:pt x="62573" y="1582"/>
                  </a:lnTo>
                  <a:cubicBezTo>
                    <a:pt x="62440" y="2379"/>
                    <a:pt x="62223" y="3163"/>
                    <a:pt x="61933" y="3924"/>
                  </a:cubicBezTo>
                  <a:cubicBezTo>
                    <a:pt x="61825" y="3658"/>
                    <a:pt x="61728" y="3405"/>
                    <a:pt x="61656" y="3139"/>
                  </a:cubicBezTo>
                  <a:lnTo>
                    <a:pt x="60992" y="5554"/>
                  </a:lnTo>
                  <a:lnTo>
                    <a:pt x="60919" y="5385"/>
                  </a:lnTo>
                  <a:cubicBezTo>
                    <a:pt x="60810" y="3984"/>
                    <a:pt x="60714" y="2584"/>
                    <a:pt x="60617" y="1184"/>
                  </a:cubicBezTo>
                  <a:cubicBezTo>
                    <a:pt x="60497" y="1980"/>
                    <a:pt x="60315" y="2777"/>
                    <a:pt x="60074" y="3538"/>
                  </a:cubicBezTo>
                  <a:lnTo>
                    <a:pt x="59796" y="2946"/>
                  </a:lnTo>
                  <a:cubicBezTo>
                    <a:pt x="59664" y="3502"/>
                    <a:pt x="59543" y="4057"/>
                    <a:pt x="59410" y="4612"/>
                  </a:cubicBezTo>
                  <a:lnTo>
                    <a:pt x="58903" y="3815"/>
                  </a:lnTo>
                  <a:lnTo>
                    <a:pt x="58577" y="1558"/>
                  </a:lnTo>
                  <a:lnTo>
                    <a:pt x="57901" y="4612"/>
                  </a:lnTo>
                  <a:cubicBezTo>
                    <a:pt x="57575" y="4286"/>
                    <a:pt x="57273" y="3924"/>
                    <a:pt x="57008" y="3550"/>
                  </a:cubicBezTo>
                  <a:lnTo>
                    <a:pt x="56223" y="1039"/>
                  </a:lnTo>
                  <a:cubicBezTo>
                    <a:pt x="55993" y="2258"/>
                    <a:pt x="55933" y="3489"/>
                    <a:pt x="56066" y="4721"/>
                  </a:cubicBezTo>
                  <a:cubicBezTo>
                    <a:pt x="55535" y="3417"/>
                    <a:pt x="54714" y="2258"/>
                    <a:pt x="53663" y="1328"/>
                  </a:cubicBezTo>
                  <a:lnTo>
                    <a:pt x="53663" y="1328"/>
                  </a:lnTo>
                  <a:cubicBezTo>
                    <a:pt x="53965" y="2306"/>
                    <a:pt x="54219" y="3284"/>
                    <a:pt x="54448" y="4274"/>
                  </a:cubicBezTo>
                  <a:cubicBezTo>
                    <a:pt x="54291" y="4516"/>
                    <a:pt x="54122" y="4769"/>
                    <a:pt x="53953" y="5023"/>
                  </a:cubicBezTo>
                  <a:cubicBezTo>
                    <a:pt x="53905" y="4310"/>
                    <a:pt x="53869" y="3598"/>
                    <a:pt x="53832" y="2886"/>
                  </a:cubicBezTo>
                  <a:cubicBezTo>
                    <a:pt x="53712" y="3598"/>
                    <a:pt x="53519" y="4298"/>
                    <a:pt x="53253" y="4974"/>
                  </a:cubicBezTo>
                  <a:cubicBezTo>
                    <a:pt x="53217" y="4938"/>
                    <a:pt x="53193" y="4902"/>
                    <a:pt x="53156" y="4866"/>
                  </a:cubicBezTo>
                  <a:cubicBezTo>
                    <a:pt x="53156" y="4310"/>
                    <a:pt x="53120" y="3755"/>
                    <a:pt x="53265" y="3188"/>
                  </a:cubicBezTo>
                  <a:lnTo>
                    <a:pt x="53265" y="3188"/>
                  </a:lnTo>
                  <a:cubicBezTo>
                    <a:pt x="53036" y="3441"/>
                    <a:pt x="52806" y="3707"/>
                    <a:pt x="52577" y="3972"/>
                  </a:cubicBezTo>
                  <a:cubicBezTo>
                    <a:pt x="52420" y="3658"/>
                    <a:pt x="52287" y="3345"/>
                    <a:pt x="52191" y="3007"/>
                  </a:cubicBezTo>
                  <a:lnTo>
                    <a:pt x="52191" y="3007"/>
                  </a:lnTo>
                  <a:cubicBezTo>
                    <a:pt x="52275" y="3369"/>
                    <a:pt x="52396" y="3707"/>
                    <a:pt x="52541" y="4045"/>
                  </a:cubicBezTo>
                  <a:cubicBezTo>
                    <a:pt x="52360" y="4250"/>
                    <a:pt x="52178" y="4455"/>
                    <a:pt x="52009" y="4648"/>
                  </a:cubicBezTo>
                  <a:cubicBezTo>
                    <a:pt x="51949" y="3948"/>
                    <a:pt x="51901" y="3236"/>
                    <a:pt x="51840" y="2524"/>
                  </a:cubicBezTo>
                  <a:cubicBezTo>
                    <a:pt x="51647" y="3731"/>
                    <a:pt x="51297" y="4914"/>
                    <a:pt x="50802" y="6049"/>
                  </a:cubicBezTo>
                  <a:lnTo>
                    <a:pt x="50645" y="6218"/>
                  </a:lnTo>
                  <a:cubicBezTo>
                    <a:pt x="50694" y="5168"/>
                    <a:pt x="50428" y="4359"/>
                    <a:pt x="50778" y="3345"/>
                  </a:cubicBezTo>
                  <a:lnTo>
                    <a:pt x="50778" y="3345"/>
                  </a:lnTo>
                  <a:cubicBezTo>
                    <a:pt x="50464" y="3550"/>
                    <a:pt x="50186" y="3791"/>
                    <a:pt x="49933" y="4057"/>
                  </a:cubicBezTo>
                  <a:cubicBezTo>
                    <a:pt x="49873" y="3671"/>
                    <a:pt x="49812" y="3272"/>
                    <a:pt x="49752" y="2874"/>
                  </a:cubicBezTo>
                  <a:lnTo>
                    <a:pt x="49281" y="4842"/>
                  </a:lnTo>
                  <a:cubicBezTo>
                    <a:pt x="49015" y="5204"/>
                    <a:pt x="48762" y="5578"/>
                    <a:pt x="48508" y="5928"/>
                  </a:cubicBezTo>
                  <a:lnTo>
                    <a:pt x="48460" y="5783"/>
                  </a:lnTo>
                  <a:cubicBezTo>
                    <a:pt x="48653" y="4938"/>
                    <a:pt x="48834" y="4093"/>
                    <a:pt x="49015" y="3248"/>
                  </a:cubicBezTo>
                  <a:lnTo>
                    <a:pt x="49015" y="3248"/>
                  </a:lnTo>
                  <a:cubicBezTo>
                    <a:pt x="48641" y="3779"/>
                    <a:pt x="48363" y="4178"/>
                    <a:pt x="48050" y="4540"/>
                  </a:cubicBezTo>
                  <a:cubicBezTo>
                    <a:pt x="47820" y="3815"/>
                    <a:pt x="47579" y="3091"/>
                    <a:pt x="47337" y="2379"/>
                  </a:cubicBezTo>
                  <a:cubicBezTo>
                    <a:pt x="47132" y="3381"/>
                    <a:pt x="47060" y="4407"/>
                    <a:pt x="47120" y="5421"/>
                  </a:cubicBezTo>
                  <a:lnTo>
                    <a:pt x="47011" y="5518"/>
                  </a:lnTo>
                  <a:cubicBezTo>
                    <a:pt x="46927" y="5312"/>
                    <a:pt x="46854" y="5107"/>
                    <a:pt x="46782" y="4914"/>
                  </a:cubicBezTo>
                  <a:lnTo>
                    <a:pt x="47132" y="3272"/>
                  </a:lnTo>
                  <a:lnTo>
                    <a:pt x="47132" y="3272"/>
                  </a:lnTo>
                  <a:cubicBezTo>
                    <a:pt x="46891" y="3538"/>
                    <a:pt x="46661" y="3827"/>
                    <a:pt x="46468" y="4129"/>
                  </a:cubicBezTo>
                  <a:cubicBezTo>
                    <a:pt x="46227" y="3646"/>
                    <a:pt x="45889" y="3224"/>
                    <a:pt x="45478" y="2886"/>
                  </a:cubicBezTo>
                  <a:lnTo>
                    <a:pt x="45478" y="2886"/>
                  </a:lnTo>
                  <a:cubicBezTo>
                    <a:pt x="45695" y="3610"/>
                    <a:pt x="45804" y="4359"/>
                    <a:pt x="45792" y="5107"/>
                  </a:cubicBezTo>
                  <a:cubicBezTo>
                    <a:pt x="45611" y="5385"/>
                    <a:pt x="45406" y="5638"/>
                    <a:pt x="45188" y="5892"/>
                  </a:cubicBezTo>
                  <a:cubicBezTo>
                    <a:pt x="45249" y="4986"/>
                    <a:pt x="44717" y="4274"/>
                    <a:pt x="44778" y="3369"/>
                  </a:cubicBezTo>
                  <a:lnTo>
                    <a:pt x="44778" y="3369"/>
                  </a:lnTo>
                  <a:cubicBezTo>
                    <a:pt x="44283" y="4129"/>
                    <a:pt x="44174" y="4890"/>
                    <a:pt x="43897" y="5650"/>
                  </a:cubicBezTo>
                  <a:cubicBezTo>
                    <a:pt x="43595" y="5228"/>
                    <a:pt x="43365" y="4757"/>
                    <a:pt x="43208" y="4262"/>
                  </a:cubicBezTo>
                  <a:lnTo>
                    <a:pt x="43208" y="4262"/>
                  </a:lnTo>
                  <a:cubicBezTo>
                    <a:pt x="43341" y="4805"/>
                    <a:pt x="43559" y="5337"/>
                    <a:pt x="43824" y="5844"/>
                  </a:cubicBezTo>
                  <a:cubicBezTo>
                    <a:pt x="43740" y="6037"/>
                    <a:pt x="43643" y="6218"/>
                    <a:pt x="43534" y="6399"/>
                  </a:cubicBezTo>
                  <a:lnTo>
                    <a:pt x="43462" y="6399"/>
                  </a:lnTo>
                  <a:cubicBezTo>
                    <a:pt x="43329" y="5288"/>
                    <a:pt x="42858" y="3779"/>
                    <a:pt x="42750" y="2681"/>
                  </a:cubicBezTo>
                  <a:lnTo>
                    <a:pt x="42750" y="2681"/>
                  </a:lnTo>
                  <a:cubicBezTo>
                    <a:pt x="42810" y="3719"/>
                    <a:pt x="42255" y="5361"/>
                    <a:pt x="41711" y="6302"/>
                  </a:cubicBezTo>
                  <a:cubicBezTo>
                    <a:pt x="41458" y="5276"/>
                    <a:pt x="41325" y="4214"/>
                    <a:pt x="41313" y="3151"/>
                  </a:cubicBezTo>
                  <a:cubicBezTo>
                    <a:pt x="41084" y="4274"/>
                    <a:pt x="40806" y="4455"/>
                    <a:pt x="40577" y="5578"/>
                  </a:cubicBezTo>
                  <a:cubicBezTo>
                    <a:pt x="40057" y="4371"/>
                    <a:pt x="40130" y="4093"/>
                    <a:pt x="39611" y="2886"/>
                  </a:cubicBezTo>
                  <a:cubicBezTo>
                    <a:pt x="39611" y="3900"/>
                    <a:pt x="39152" y="4769"/>
                    <a:pt x="39152" y="5783"/>
                  </a:cubicBezTo>
                  <a:cubicBezTo>
                    <a:pt x="38741" y="4757"/>
                    <a:pt x="38416" y="3345"/>
                    <a:pt x="37715" y="2403"/>
                  </a:cubicBezTo>
                  <a:cubicBezTo>
                    <a:pt x="37607" y="4045"/>
                    <a:pt x="37389" y="4866"/>
                    <a:pt x="37293" y="6218"/>
                  </a:cubicBezTo>
                  <a:lnTo>
                    <a:pt x="37208" y="6097"/>
                  </a:lnTo>
                  <a:cubicBezTo>
                    <a:pt x="37063" y="5083"/>
                    <a:pt x="36315" y="3260"/>
                    <a:pt x="36230" y="2330"/>
                  </a:cubicBezTo>
                  <a:lnTo>
                    <a:pt x="34806" y="4986"/>
                  </a:lnTo>
                  <a:lnTo>
                    <a:pt x="34407" y="4419"/>
                  </a:lnTo>
                  <a:cubicBezTo>
                    <a:pt x="34335" y="3598"/>
                    <a:pt x="34262" y="2777"/>
                    <a:pt x="34190" y="1956"/>
                  </a:cubicBezTo>
                  <a:cubicBezTo>
                    <a:pt x="33900" y="2306"/>
                    <a:pt x="33635" y="2668"/>
                    <a:pt x="33381" y="3043"/>
                  </a:cubicBezTo>
                  <a:cubicBezTo>
                    <a:pt x="33405" y="2946"/>
                    <a:pt x="33417" y="2850"/>
                    <a:pt x="33442" y="2741"/>
                  </a:cubicBezTo>
                  <a:lnTo>
                    <a:pt x="33442" y="2741"/>
                  </a:lnTo>
                  <a:lnTo>
                    <a:pt x="31945" y="5192"/>
                  </a:lnTo>
                  <a:cubicBezTo>
                    <a:pt x="31824" y="4673"/>
                    <a:pt x="31619" y="4105"/>
                    <a:pt x="31437" y="3550"/>
                  </a:cubicBezTo>
                  <a:cubicBezTo>
                    <a:pt x="31498" y="3248"/>
                    <a:pt x="31570" y="2934"/>
                    <a:pt x="31643" y="2620"/>
                  </a:cubicBezTo>
                  <a:lnTo>
                    <a:pt x="31643" y="2620"/>
                  </a:lnTo>
                  <a:cubicBezTo>
                    <a:pt x="31522" y="2741"/>
                    <a:pt x="31389" y="2862"/>
                    <a:pt x="31268" y="2982"/>
                  </a:cubicBezTo>
                  <a:cubicBezTo>
                    <a:pt x="31208" y="2765"/>
                    <a:pt x="31160" y="2536"/>
                    <a:pt x="31124" y="2318"/>
                  </a:cubicBezTo>
                  <a:cubicBezTo>
                    <a:pt x="30918" y="2813"/>
                    <a:pt x="30749" y="3284"/>
                    <a:pt x="30580" y="3743"/>
                  </a:cubicBezTo>
                  <a:cubicBezTo>
                    <a:pt x="30218" y="4166"/>
                    <a:pt x="29892" y="4624"/>
                    <a:pt x="29590" y="5095"/>
                  </a:cubicBezTo>
                  <a:cubicBezTo>
                    <a:pt x="29530" y="4938"/>
                    <a:pt x="29458" y="4769"/>
                    <a:pt x="29385" y="4600"/>
                  </a:cubicBezTo>
                  <a:cubicBezTo>
                    <a:pt x="29518" y="3791"/>
                    <a:pt x="29639" y="2982"/>
                    <a:pt x="29771" y="2173"/>
                  </a:cubicBezTo>
                  <a:lnTo>
                    <a:pt x="29771" y="2173"/>
                  </a:lnTo>
                  <a:cubicBezTo>
                    <a:pt x="29506" y="2668"/>
                    <a:pt x="29228" y="3151"/>
                    <a:pt x="28914" y="3610"/>
                  </a:cubicBezTo>
                  <a:cubicBezTo>
                    <a:pt x="28745" y="3260"/>
                    <a:pt x="28612" y="2886"/>
                    <a:pt x="28516" y="2499"/>
                  </a:cubicBezTo>
                  <a:cubicBezTo>
                    <a:pt x="27791" y="3320"/>
                    <a:pt x="27526" y="4178"/>
                    <a:pt x="27212" y="5216"/>
                  </a:cubicBezTo>
                  <a:cubicBezTo>
                    <a:pt x="27164" y="5059"/>
                    <a:pt x="27115" y="4902"/>
                    <a:pt x="27055" y="4745"/>
                  </a:cubicBezTo>
                  <a:lnTo>
                    <a:pt x="27333" y="2910"/>
                  </a:lnTo>
                  <a:lnTo>
                    <a:pt x="26765" y="3779"/>
                  </a:lnTo>
                  <a:lnTo>
                    <a:pt x="26391" y="2693"/>
                  </a:lnTo>
                  <a:cubicBezTo>
                    <a:pt x="25812" y="3115"/>
                    <a:pt x="25558" y="3707"/>
                    <a:pt x="25401" y="4371"/>
                  </a:cubicBezTo>
                  <a:cubicBezTo>
                    <a:pt x="25425" y="3767"/>
                    <a:pt x="25449" y="3151"/>
                    <a:pt x="25486" y="2548"/>
                  </a:cubicBezTo>
                  <a:lnTo>
                    <a:pt x="25486" y="2548"/>
                  </a:lnTo>
                  <a:lnTo>
                    <a:pt x="24580" y="4479"/>
                  </a:lnTo>
                  <a:lnTo>
                    <a:pt x="23952" y="2874"/>
                  </a:lnTo>
                  <a:cubicBezTo>
                    <a:pt x="23759" y="3091"/>
                    <a:pt x="23578" y="3320"/>
                    <a:pt x="23409" y="3562"/>
                  </a:cubicBezTo>
                  <a:cubicBezTo>
                    <a:pt x="23373" y="3103"/>
                    <a:pt x="23337" y="2656"/>
                    <a:pt x="23300" y="2198"/>
                  </a:cubicBezTo>
                  <a:lnTo>
                    <a:pt x="23300" y="2198"/>
                  </a:lnTo>
                  <a:cubicBezTo>
                    <a:pt x="23325" y="2741"/>
                    <a:pt x="23300" y="3272"/>
                    <a:pt x="23228" y="3803"/>
                  </a:cubicBezTo>
                  <a:cubicBezTo>
                    <a:pt x="22950" y="4202"/>
                    <a:pt x="22709" y="4612"/>
                    <a:pt x="22492" y="5035"/>
                  </a:cubicBezTo>
                  <a:cubicBezTo>
                    <a:pt x="22347" y="4045"/>
                    <a:pt x="22274" y="3043"/>
                    <a:pt x="22274" y="2041"/>
                  </a:cubicBezTo>
                  <a:cubicBezTo>
                    <a:pt x="22178" y="2693"/>
                    <a:pt x="22081" y="3332"/>
                    <a:pt x="21997" y="3972"/>
                  </a:cubicBezTo>
                  <a:cubicBezTo>
                    <a:pt x="21924" y="3707"/>
                    <a:pt x="21864" y="3429"/>
                    <a:pt x="21803" y="3151"/>
                  </a:cubicBezTo>
                  <a:cubicBezTo>
                    <a:pt x="21477" y="3453"/>
                    <a:pt x="21200" y="3779"/>
                    <a:pt x="20970" y="4141"/>
                  </a:cubicBezTo>
                  <a:lnTo>
                    <a:pt x="20222" y="1727"/>
                  </a:lnTo>
                  <a:lnTo>
                    <a:pt x="20234" y="5300"/>
                  </a:lnTo>
                  <a:lnTo>
                    <a:pt x="19679" y="3115"/>
                  </a:lnTo>
                  <a:cubicBezTo>
                    <a:pt x="19594" y="3212"/>
                    <a:pt x="19522" y="3320"/>
                    <a:pt x="19449" y="3417"/>
                  </a:cubicBezTo>
                  <a:cubicBezTo>
                    <a:pt x="19220" y="2886"/>
                    <a:pt x="18966" y="2355"/>
                    <a:pt x="18701" y="1848"/>
                  </a:cubicBezTo>
                  <a:lnTo>
                    <a:pt x="18701" y="1848"/>
                  </a:lnTo>
                  <a:cubicBezTo>
                    <a:pt x="18809" y="2620"/>
                    <a:pt x="18894" y="3405"/>
                    <a:pt x="18942" y="4202"/>
                  </a:cubicBezTo>
                  <a:cubicBezTo>
                    <a:pt x="18761" y="4540"/>
                    <a:pt x="18580" y="4866"/>
                    <a:pt x="18375" y="5192"/>
                  </a:cubicBezTo>
                  <a:cubicBezTo>
                    <a:pt x="18302" y="4733"/>
                    <a:pt x="18242" y="4298"/>
                    <a:pt x="18170" y="3852"/>
                  </a:cubicBezTo>
                  <a:cubicBezTo>
                    <a:pt x="18266" y="3308"/>
                    <a:pt x="18363" y="2765"/>
                    <a:pt x="18447" y="2234"/>
                  </a:cubicBezTo>
                  <a:lnTo>
                    <a:pt x="18447" y="2234"/>
                  </a:lnTo>
                  <a:lnTo>
                    <a:pt x="18037" y="2922"/>
                  </a:lnTo>
                  <a:cubicBezTo>
                    <a:pt x="18025" y="2837"/>
                    <a:pt x="18013" y="2753"/>
                    <a:pt x="18000" y="2681"/>
                  </a:cubicBezTo>
                  <a:cubicBezTo>
                    <a:pt x="17711" y="3043"/>
                    <a:pt x="17457" y="3453"/>
                    <a:pt x="17264" y="3888"/>
                  </a:cubicBezTo>
                  <a:lnTo>
                    <a:pt x="17035" y="3502"/>
                  </a:lnTo>
                  <a:cubicBezTo>
                    <a:pt x="16938" y="3948"/>
                    <a:pt x="16878" y="4407"/>
                    <a:pt x="16842" y="4866"/>
                  </a:cubicBezTo>
                  <a:lnTo>
                    <a:pt x="16660" y="5180"/>
                  </a:lnTo>
                  <a:cubicBezTo>
                    <a:pt x="16491" y="4757"/>
                    <a:pt x="16383" y="4310"/>
                    <a:pt x="16310" y="3864"/>
                  </a:cubicBezTo>
                  <a:cubicBezTo>
                    <a:pt x="16407" y="3272"/>
                    <a:pt x="16516" y="2693"/>
                    <a:pt x="16660" y="2113"/>
                  </a:cubicBezTo>
                  <a:lnTo>
                    <a:pt x="16660" y="2113"/>
                  </a:lnTo>
                  <a:cubicBezTo>
                    <a:pt x="15936" y="2765"/>
                    <a:pt x="15308" y="3514"/>
                    <a:pt x="14765" y="4322"/>
                  </a:cubicBezTo>
                  <a:lnTo>
                    <a:pt x="14524" y="3236"/>
                  </a:lnTo>
                  <a:lnTo>
                    <a:pt x="14777" y="1654"/>
                  </a:lnTo>
                  <a:lnTo>
                    <a:pt x="14777" y="1654"/>
                  </a:lnTo>
                  <a:cubicBezTo>
                    <a:pt x="14644" y="1908"/>
                    <a:pt x="14499" y="2161"/>
                    <a:pt x="14355" y="2415"/>
                  </a:cubicBezTo>
                  <a:lnTo>
                    <a:pt x="14282" y="2065"/>
                  </a:lnTo>
                  <a:lnTo>
                    <a:pt x="13642" y="3514"/>
                  </a:lnTo>
                  <a:cubicBezTo>
                    <a:pt x="13280" y="4021"/>
                    <a:pt x="12906" y="4504"/>
                    <a:pt x="12495" y="4962"/>
                  </a:cubicBezTo>
                  <a:cubicBezTo>
                    <a:pt x="12363" y="4600"/>
                    <a:pt x="12242" y="4250"/>
                    <a:pt x="12121" y="3888"/>
                  </a:cubicBezTo>
                  <a:lnTo>
                    <a:pt x="12350" y="2391"/>
                  </a:lnTo>
                  <a:lnTo>
                    <a:pt x="12350" y="2391"/>
                  </a:lnTo>
                  <a:lnTo>
                    <a:pt x="11904" y="3079"/>
                  </a:lnTo>
                  <a:cubicBezTo>
                    <a:pt x="11795" y="2681"/>
                    <a:pt x="11711" y="2270"/>
                    <a:pt x="11638" y="1860"/>
                  </a:cubicBezTo>
                  <a:lnTo>
                    <a:pt x="10696" y="4914"/>
                  </a:lnTo>
                  <a:lnTo>
                    <a:pt x="10358" y="5433"/>
                  </a:lnTo>
                  <a:cubicBezTo>
                    <a:pt x="10407" y="4286"/>
                    <a:pt x="10455" y="3139"/>
                    <a:pt x="10503" y="1992"/>
                  </a:cubicBezTo>
                  <a:lnTo>
                    <a:pt x="10503" y="1992"/>
                  </a:lnTo>
                  <a:lnTo>
                    <a:pt x="9779" y="3550"/>
                  </a:lnTo>
                  <a:cubicBezTo>
                    <a:pt x="9610" y="2777"/>
                    <a:pt x="9441" y="1992"/>
                    <a:pt x="9272" y="1208"/>
                  </a:cubicBezTo>
                  <a:cubicBezTo>
                    <a:pt x="9006" y="2004"/>
                    <a:pt x="8753" y="2789"/>
                    <a:pt x="8487" y="3586"/>
                  </a:cubicBezTo>
                  <a:cubicBezTo>
                    <a:pt x="8427" y="2946"/>
                    <a:pt x="8379" y="2294"/>
                    <a:pt x="8330" y="1654"/>
                  </a:cubicBezTo>
                  <a:lnTo>
                    <a:pt x="8330" y="1654"/>
                  </a:lnTo>
                  <a:cubicBezTo>
                    <a:pt x="8379" y="2825"/>
                    <a:pt x="8209" y="3996"/>
                    <a:pt x="7823" y="5107"/>
                  </a:cubicBezTo>
                  <a:cubicBezTo>
                    <a:pt x="7618" y="3634"/>
                    <a:pt x="7425" y="2173"/>
                    <a:pt x="7220" y="713"/>
                  </a:cubicBezTo>
                  <a:cubicBezTo>
                    <a:pt x="6978" y="2077"/>
                    <a:pt x="6725" y="3441"/>
                    <a:pt x="6471" y="4805"/>
                  </a:cubicBezTo>
                  <a:cubicBezTo>
                    <a:pt x="5855" y="3441"/>
                    <a:pt x="5541" y="1956"/>
                    <a:pt x="5529" y="447"/>
                  </a:cubicBezTo>
                  <a:cubicBezTo>
                    <a:pt x="5469" y="797"/>
                    <a:pt x="5397" y="1135"/>
                    <a:pt x="5336" y="1485"/>
                  </a:cubicBezTo>
                  <a:lnTo>
                    <a:pt x="5240" y="1184"/>
                  </a:lnTo>
                  <a:lnTo>
                    <a:pt x="5240" y="1932"/>
                  </a:lnTo>
                  <a:cubicBezTo>
                    <a:pt x="5119" y="2572"/>
                    <a:pt x="4998" y="3224"/>
                    <a:pt x="4865" y="3864"/>
                  </a:cubicBezTo>
                  <a:cubicBezTo>
                    <a:pt x="4539" y="2982"/>
                    <a:pt x="4165" y="2125"/>
                    <a:pt x="3718" y="1304"/>
                  </a:cubicBezTo>
                  <a:lnTo>
                    <a:pt x="3718" y="1304"/>
                  </a:lnTo>
                  <a:cubicBezTo>
                    <a:pt x="3815" y="1944"/>
                    <a:pt x="3887" y="2596"/>
                    <a:pt x="3936" y="3248"/>
                  </a:cubicBezTo>
                  <a:cubicBezTo>
                    <a:pt x="3622" y="2306"/>
                    <a:pt x="3368" y="1340"/>
                    <a:pt x="3175" y="375"/>
                  </a:cubicBezTo>
                  <a:cubicBezTo>
                    <a:pt x="2897" y="1377"/>
                    <a:pt x="2608" y="2391"/>
                    <a:pt x="2318" y="3417"/>
                  </a:cubicBezTo>
                  <a:lnTo>
                    <a:pt x="2064" y="2958"/>
                  </a:lnTo>
                  <a:cubicBezTo>
                    <a:pt x="1956" y="3405"/>
                    <a:pt x="1895" y="3840"/>
                    <a:pt x="1871" y="4298"/>
                  </a:cubicBezTo>
                  <a:cubicBezTo>
                    <a:pt x="1352" y="2862"/>
                    <a:pt x="845" y="1437"/>
                    <a:pt x="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1" name="Google Shape;551;g3d2e615e6f4_0_26"/>
            <p:cNvGrpSpPr/>
            <p:nvPr/>
          </p:nvGrpSpPr>
          <p:grpSpPr>
            <a:xfrm>
              <a:off x="24" y="3547663"/>
              <a:ext cx="9144121" cy="1596006"/>
              <a:chOff x="985425" y="3550775"/>
              <a:chExt cx="4753650" cy="587350"/>
            </a:xfrm>
          </p:grpSpPr>
          <p:sp>
            <p:nvSpPr>
              <p:cNvPr id="552" name="Google Shape;552;g3d2e615e6f4_0_26"/>
              <p:cNvSpPr/>
              <p:nvPr/>
            </p:nvSpPr>
            <p:spPr>
              <a:xfrm>
                <a:off x="985425" y="3550775"/>
                <a:ext cx="4753650" cy="587050"/>
              </a:xfrm>
              <a:custGeom>
                <a:rect b="b" l="l" r="r" t="t"/>
                <a:pathLst>
                  <a:path extrusionOk="0" h="23482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8" y="533"/>
                      <a:pt x="40209" y="533"/>
                    </a:cubicBezTo>
                    <a:cubicBezTo>
                      <a:pt x="37583" y="533"/>
                      <a:pt x="34957" y="520"/>
                      <a:pt x="32331" y="507"/>
                    </a:cubicBezTo>
                    <a:cubicBezTo>
                      <a:pt x="29723" y="495"/>
                      <a:pt x="0" y="374"/>
                      <a:pt x="0" y="374"/>
                    </a:cubicBezTo>
                    <a:lnTo>
                      <a:pt x="0" y="23482"/>
                    </a:lnTo>
                    <a:lnTo>
                      <a:pt x="190146" y="23482"/>
                    </a:lnTo>
                    <a:lnTo>
                      <a:pt x="190146" y="374"/>
                    </a:lnTo>
                    <a:cubicBezTo>
                      <a:pt x="178846" y="374"/>
                      <a:pt x="167498" y="1268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542C1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g3d2e615e6f4_0_26"/>
              <p:cNvSpPr/>
              <p:nvPr/>
            </p:nvSpPr>
            <p:spPr>
              <a:xfrm>
                <a:off x="985425" y="3550775"/>
                <a:ext cx="4753650" cy="81500"/>
              </a:xfrm>
              <a:custGeom>
                <a:rect b="b" l="l" r="r" t="t"/>
                <a:pathLst>
                  <a:path extrusionOk="0" h="3260" w="190146">
                    <a:moveTo>
                      <a:pt x="64023" y="1"/>
                    </a:moveTo>
                    <a:cubicBezTo>
                      <a:pt x="62836" y="1"/>
                      <a:pt x="61837" y="19"/>
                      <a:pt x="61076" y="60"/>
                    </a:cubicBezTo>
                    <a:cubicBezTo>
                      <a:pt x="54125" y="446"/>
                      <a:pt x="47161" y="533"/>
                      <a:pt x="40199" y="533"/>
                    </a:cubicBezTo>
                    <a:cubicBezTo>
                      <a:pt x="37572" y="533"/>
                      <a:pt x="34945" y="520"/>
                      <a:pt x="32319" y="507"/>
                    </a:cubicBezTo>
                    <a:cubicBezTo>
                      <a:pt x="29711" y="495"/>
                      <a:pt x="0" y="386"/>
                      <a:pt x="0" y="374"/>
                    </a:cubicBezTo>
                    <a:lnTo>
                      <a:pt x="0" y="2040"/>
                    </a:lnTo>
                    <a:cubicBezTo>
                      <a:pt x="0" y="2040"/>
                      <a:pt x="28661" y="2922"/>
                      <a:pt x="31269" y="2946"/>
                    </a:cubicBezTo>
                    <a:cubicBezTo>
                      <a:pt x="31500" y="2947"/>
                      <a:pt x="31733" y="2947"/>
                      <a:pt x="31966" y="2947"/>
                    </a:cubicBezTo>
                    <a:cubicBezTo>
                      <a:pt x="41369" y="2947"/>
                      <a:pt x="51734" y="2245"/>
                      <a:pt x="61076" y="1739"/>
                    </a:cubicBezTo>
                    <a:cubicBezTo>
                      <a:pt x="62632" y="1652"/>
                      <a:pt x="65182" y="1617"/>
                      <a:pt x="68284" y="1617"/>
                    </a:cubicBezTo>
                    <a:cubicBezTo>
                      <a:pt x="78976" y="1617"/>
                      <a:pt x="96209" y="2026"/>
                      <a:pt x="101749" y="2101"/>
                    </a:cubicBezTo>
                    <a:cubicBezTo>
                      <a:pt x="106170" y="2161"/>
                      <a:pt x="111283" y="2364"/>
                      <a:pt x="116098" y="2364"/>
                    </a:cubicBezTo>
                    <a:cubicBezTo>
                      <a:pt x="118015" y="2364"/>
                      <a:pt x="119885" y="2332"/>
                      <a:pt x="121645" y="2246"/>
                    </a:cubicBezTo>
                    <a:cubicBezTo>
                      <a:pt x="122554" y="2202"/>
                      <a:pt x="123439" y="2182"/>
                      <a:pt x="124308" y="2182"/>
                    </a:cubicBezTo>
                    <a:cubicBezTo>
                      <a:pt x="129892" y="2182"/>
                      <a:pt x="134783" y="2983"/>
                      <a:pt x="140624" y="3224"/>
                    </a:cubicBezTo>
                    <a:cubicBezTo>
                      <a:pt x="141231" y="3248"/>
                      <a:pt x="141864" y="3259"/>
                      <a:pt x="142517" y="3259"/>
                    </a:cubicBezTo>
                    <a:cubicBezTo>
                      <a:pt x="146953" y="3259"/>
                      <a:pt x="152289" y="2757"/>
                      <a:pt x="156415" y="2704"/>
                    </a:cubicBezTo>
                    <a:cubicBezTo>
                      <a:pt x="167823" y="2572"/>
                      <a:pt x="178846" y="2040"/>
                      <a:pt x="190146" y="2040"/>
                    </a:cubicBezTo>
                    <a:lnTo>
                      <a:pt x="190146" y="386"/>
                    </a:lnTo>
                    <a:cubicBezTo>
                      <a:pt x="190070" y="386"/>
                      <a:pt x="189994" y="386"/>
                      <a:pt x="189919" y="386"/>
                    </a:cubicBezTo>
                    <a:cubicBezTo>
                      <a:pt x="178694" y="386"/>
                      <a:pt x="167421" y="1269"/>
                      <a:pt x="156101" y="1401"/>
                    </a:cubicBezTo>
                    <a:cubicBezTo>
                      <a:pt x="153856" y="1423"/>
                      <a:pt x="151609" y="1449"/>
                      <a:pt x="149362" y="1449"/>
                    </a:cubicBezTo>
                    <a:cubicBezTo>
                      <a:pt x="146871" y="1449"/>
                      <a:pt x="144379" y="1418"/>
                      <a:pt x="141891" y="1316"/>
                    </a:cubicBezTo>
                    <a:cubicBezTo>
                      <a:pt x="136270" y="1085"/>
                      <a:pt x="130649" y="502"/>
                      <a:pt x="125028" y="502"/>
                    </a:cubicBezTo>
                    <a:cubicBezTo>
                      <a:pt x="123900" y="502"/>
                      <a:pt x="122773" y="525"/>
                      <a:pt x="121645" y="580"/>
                    </a:cubicBezTo>
                    <a:cubicBezTo>
                      <a:pt x="115939" y="858"/>
                      <a:pt x="109183" y="1301"/>
                      <a:pt x="103316" y="1301"/>
                    </a:cubicBezTo>
                    <a:cubicBezTo>
                      <a:pt x="102827" y="1301"/>
                      <a:pt x="102345" y="1298"/>
                      <a:pt x="101870" y="1292"/>
                    </a:cubicBezTo>
                    <a:cubicBezTo>
                      <a:pt x="95498" y="1206"/>
                      <a:pt x="73632" y="1"/>
                      <a:pt x="64023" y="1"/>
                    </a:cubicBezTo>
                    <a:close/>
                  </a:path>
                </a:pathLst>
              </a:custGeom>
              <a:solidFill>
                <a:srgbClr val="6C49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g3d2e615e6f4_0_26"/>
              <p:cNvSpPr/>
              <p:nvPr/>
            </p:nvSpPr>
            <p:spPr>
              <a:xfrm>
                <a:off x="985425" y="3957075"/>
                <a:ext cx="4753650" cy="181050"/>
              </a:xfrm>
              <a:custGeom>
                <a:rect b="b" l="l" r="r" t="t"/>
                <a:pathLst>
                  <a:path extrusionOk="0" h="7242" w="190146">
                    <a:moveTo>
                      <a:pt x="112072" y="0"/>
                    </a:moveTo>
                    <a:cubicBezTo>
                      <a:pt x="111613" y="0"/>
                      <a:pt x="111154" y="4"/>
                      <a:pt x="110695" y="10"/>
                    </a:cubicBezTo>
                    <a:cubicBezTo>
                      <a:pt x="107267" y="83"/>
                      <a:pt x="103983" y="602"/>
                      <a:pt x="100602" y="976"/>
                    </a:cubicBezTo>
                    <a:cubicBezTo>
                      <a:pt x="98395" y="1217"/>
                      <a:pt x="96184" y="1309"/>
                      <a:pt x="93972" y="1309"/>
                    </a:cubicBezTo>
                    <a:cubicBezTo>
                      <a:pt x="89420" y="1309"/>
                      <a:pt x="84865" y="918"/>
                      <a:pt x="80332" y="626"/>
                    </a:cubicBezTo>
                    <a:cubicBezTo>
                      <a:pt x="77651" y="453"/>
                      <a:pt x="74962" y="319"/>
                      <a:pt x="72271" y="319"/>
                    </a:cubicBezTo>
                    <a:cubicBezTo>
                      <a:pt x="71570" y="319"/>
                      <a:pt x="70868" y="328"/>
                      <a:pt x="70167" y="348"/>
                    </a:cubicBezTo>
                    <a:cubicBezTo>
                      <a:pt x="66702" y="469"/>
                      <a:pt x="63261" y="952"/>
                      <a:pt x="59821" y="1338"/>
                    </a:cubicBezTo>
                    <a:cubicBezTo>
                      <a:pt x="53448" y="2040"/>
                      <a:pt x="47031" y="2610"/>
                      <a:pt x="40602" y="2610"/>
                    </a:cubicBezTo>
                    <a:cubicBezTo>
                      <a:pt x="40284" y="2610"/>
                      <a:pt x="39965" y="2609"/>
                      <a:pt x="39647" y="2606"/>
                    </a:cubicBezTo>
                    <a:cubicBezTo>
                      <a:pt x="36086" y="2582"/>
                      <a:pt x="32536" y="2364"/>
                      <a:pt x="29011" y="1942"/>
                    </a:cubicBezTo>
                    <a:cubicBezTo>
                      <a:pt x="26077" y="1592"/>
                      <a:pt x="23168" y="1121"/>
                      <a:pt x="20234" y="819"/>
                    </a:cubicBezTo>
                    <a:cubicBezTo>
                      <a:pt x="17594" y="549"/>
                      <a:pt x="14899" y="361"/>
                      <a:pt x="12210" y="361"/>
                    </a:cubicBezTo>
                    <a:cubicBezTo>
                      <a:pt x="8885" y="361"/>
                      <a:pt x="5569" y="648"/>
                      <a:pt x="2378" y="1423"/>
                    </a:cubicBezTo>
                    <a:cubicBezTo>
                      <a:pt x="1570" y="1616"/>
                      <a:pt x="773" y="1845"/>
                      <a:pt x="0" y="2111"/>
                    </a:cubicBezTo>
                    <a:lnTo>
                      <a:pt x="0" y="7242"/>
                    </a:lnTo>
                    <a:lnTo>
                      <a:pt x="190146" y="7242"/>
                    </a:lnTo>
                    <a:lnTo>
                      <a:pt x="190146" y="1290"/>
                    </a:lnTo>
                    <a:cubicBezTo>
                      <a:pt x="187925" y="1712"/>
                      <a:pt x="185667" y="1954"/>
                      <a:pt x="183397" y="2002"/>
                    </a:cubicBezTo>
                    <a:cubicBezTo>
                      <a:pt x="183278" y="2004"/>
                      <a:pt x="183158" y="2005"/>
                      <a:pt x="183039" y="2005"/>
                    </a:cubicBezTo>
                    <a:cubicBezTo>
                      <a:pt x="179798" y="2005"/>
                      <a:pt x="176663" y="1390"/>
                      <a:pt x="173437" y="1169"/>
                    </a:cubicBezTo>
                    <a:cubicBezTo>
                      <a:pt x="172579" y="1114"/>
                      <a:pt x="171727" y="1089"/>
                      <a:pt x="170879" y="1089"/>
                    </a:cubicBezTo>
                    <a:cubicBezTo>
                      <a:pt x="168220" y="1089"/>
                      <a:pt x="165598" y="1329"/>
                      <a:pt x="162934" y="1604"/>
                    </a:cubicBezTo>
                    <a:cubicBezTo>
                      <a:pt x="157640" y="2138"/>
                      <a:pt x="152374" y="2590"/>
                      <a:pt x="147079" y="2590"/>
                    </a:cubicBezTo>
                    <a:cubicBezTo>
                      <a:pt x="145309" y="2590"/>
                      <a:pt x="143536" y="2540"/>
                      <a:pt x="141758" y="2425"/>
                    </a:cubicBezTo>
                    <a:cubicBezTo>
                      <a:pt x="134817" y="1966"/>
                      <a:pt x="127947" y="988"/>
                      <a:pt x="121017" y="409"/>
                    </a:cubicBezTo>
                    <a:cubicBezTo>
                      <a:pt x="118035" y="136"/>
                      <a:pt x="115053" y="0"/>
                      <a:pt x="112072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g3d2e615e6f4_0_26"/>
              <p:cNvSpPr/>
              <p:nvPr/>
            </p:nvSpPr>
            <p:spPr>
              <a:xfrm>
                <a:off x="985425" y="3637025"/>
                <a:ext cx="4753650" cy="290000"/>
              </a:xfrm>
              <a:custGeom>
                <a:rect b="b" l="l" r="r" t="t"/>
                <a:pathLst>
                  <a:path extrusionOk="0" h="11600" w="190146">
                    <a:moveTo>
                      <a:pt x="43994" y="0"/>
                    </a:moveTo>
                    <a:cubicBezTo>
                      <a:pt x="41806" y="0"/>
                      <a:pt x="39620" y="80"/>
                      <a:pt x="37438" y="244"/>
                    </a:cubicBezTo>
                    <a:cubicBezTo>
                      <a:pt x="33707" y="498"/>
                      <a:pt x="29989" y="957"/>
                      <a:pt x="26307" y="1536"/>
                    </a:cubicBezTo>
                    <a:cubicBezTo>
                      <a:pt x="23023" y="2055"/>
                      <a:pt x="19775" y="2780"/>
                      <a:pt x="16467" y="3057"/>
                    </a:cubicBezTo>
                    <a:cubicBezTo>
                      <a:pt x="15181" y="3167"/>
                      <a:pt x="13883" y="3225"/>
                      <a:pt x="12584" y="3225"/>
                    </a:cubicBezTo>
                    <a:cubicBezTo>
                      <a:pt x="8298" y="3225"/>
                      <a:pt x="3993" y="2588"/>
                      <a:pt x="0" y="1041"/>
                    </a:cubicBezTo>
                    <a:lnTo>
                      <a:pt x="0" y="11001"/>
                    </a:lnTo>
                    <a:cubicBezTo>
                      <a:pt x="785" y="10687"/>
                      <a:pt x="1570" y="10410"/>
                      <a:pt x="2378" y="10180"/>
                    </a:cubicBezTo>
                    <a:cubicBezTo>
                      <a:pt x="5574" y="9258"/>
                      <a:pt x="8895" y="8916"/>
                      <a:pt x="12226" y="8916"/>
                    </a:cubicBezTo>
                    <a:cubicBezTo>
                      <a:pt x="14910" y="8916"/>
                      <a:pt x="17600" y="9138"/>
                      <a:pt x="20234" y="9456"/>
                    </a:cubicBezTo>
                    <a:cubicBezTo>
                      <a:pt x="23168" y="9818"/>
                      <a:pt x="26077" y="10385"/>
                      <a:pt x="29011" y="10808"/>
                    </a:cubicBezTo>
                    <a:cubicBezTo>
                      <a:pt x="32536" y="11303"/>
                      <a:pt x="36086" y="11569"/>
                      <a:pt x="39647" y="11593"/>
                    </a:cubicBezTo>
                    <a:cubicBezTo>
                      <a:pt x="40013" y="11597"/>
                      <a:pt x="40378" y="11600"/>
                      <a:pt x="40744" y="11600"/>
                    </a:cubicBezTo>
                    <a:cubicBezTo>
                      <a:pt x="47126" y="11600"/>
                      <a:pt x="53495" y="10917"/>
                      <a:pt x="59821" y="10084"/>
                    </a:cubicBezTo>
                    <a:cubicBezTo>
                      <a:pt x="63261" y="9637"/>
                      <a:pt x="66702" y="9057"/>
                      <a:pt x="70167" y="8925"/>
                    </a:cubicBezTo>
                    <a:cubicBezTo>
                      <a:pt x="70927" y="8895"/>
                      <a:pt x="71688" y="8882"/>
                      <a:pt x="72448" y="8882"/>
                    </a:cubicBezTo>
                    <a:cubicBezTo>
                      <a:pt x="75080" y="8882"/>
                      <a:pt x="77710" y="9042"/>
                      <a:pt x="80332" y="9239"/>
                    </a:cubicBezTo>
                    <a:cubicBezTo>
                      <a:pt x="84872" y="9588"/>
                      <a:pt x="89433" y="10059"/>
                      <a:pt x="93990" y="10059"/>
                    </a:cubicBezTo>
                    <a:cubicBezTo>
                      <a:pt x="96196" y="10059"/>
                      <a:pt x="98401" y="9949"/>
                      <a:pt x="100602" y="9661"/>
                    </a:cubicBezTo>
                    <a:cubicBezTo>
                      <a:pt x="103983" y="9214"/>
                      <a:pt x="107267" y="8599"/>
                      <a:pt x="110695" y="8514"/>
                    </a:cubicBezTo>
                    <a:cubicBezTo>
                      <a:pt x="111157" y="8504"/>
                      <a:pt x="111620" y="8500"/>
                      <a:pt x="112084" y="8500"/>
                    </a:cubicBezTo>
                    <a:cubicBezTo>
                      <a:pt x="115051" y="8500"/>
                      <a:pt x="118052" y="8693"/>
                      <a:pt x="121017" y="8985"/>
                    </a:cubicBezTo>
                    <a:cubicBezTo>
                      <a:pt x="127947" y="9673"/>
                      <a:pt x="134805" y="10844"/>
                      <a:pt x="141758" y="11388"/>
                    </a:cubicBezTo>
                    <a:cubicBezTo>
                      <a:pt x="143544" y="11524"/>
                      <a:pt x="145325" y="11584"/>
                      <a:pt x="147102" y="11584"/>
                    </a:cubicBezTo>
                    <a:cubicBezTo>
                      <a:pt x="152390" y="11584"/>
                      <a:pt x="157648" y="11051"/>
                      <a:pt x="162934" y="10410"/>
                    </a:cubicBezTo>
                    <a:cubicBezTo>
                      <a:pt x="165590" y="10090"/>
                      <a:pt x="168205" y="9805"/>
                      <a:pt x="170857" y="9805"/>
                    </a:cubicBezTo>
                    <a:cubicBezTo>
                      <a:pt x="171712" y="9805"/>
                      <a:pt x="172572" y="9835"/>
                      <a:pt x="173437" y="9903"/>
                    </a:cubicBezTo>
                    <a:cubicBezTo>
                      <a:pt x="176681" y="10160"/>
                      <a:pt x="179833" y="10895"/>
                      <a:pt x="183093" y="10895"/>
                    </a:cubicBezTo>
                    <a:cubicBezTo>
                      <a:pt x="183194" y="10895"/>
                      <a:pt x="183296" y="10894"/>
                      <a:pt x="183397" y="10893"/>
                    </a:cubicBezTo>
                    <a:cubicBezTo>
                      <a:pt x="185667" y="10832"/>
                      <a:pt x="187937" y="10542"/>
                      <a:pt x="190146" y="10035"/>
                    </a:cubicBezTo>
                    <a:lnTo>
                      <a:pt x="190146" y="1814"/>
                    </a:lnTo>
                    <a:cubicBezTo>
                      <a:pt x="187623" y="2454"/>
                      <a:pt x="185015" y="2840"/>
                      <a:pt x="182516" y="3154"/>
                    </a:cubicBezTo>
                    <a:cubicBezTo>
                      <a:pt x="180861" y="3359"/>
                      <a:pt x="179196" y="3463"/>
                      <a:pt x="177530" y="3463"/>
                    </a:cubicBezTo>
                    <a:cubicBezTo>
                      <a:pt x="176156" y="3463"/>
                      <a:pt x="174782" y="3392"/>
                      <a:pt x="173413" y="3250"/>
                    </a:cubicBezTo>
                    <a:cubicBezTo>
                      <a:pt x="170238" y="2925"/>
                      <a:pt x="167082" y="2610"/>
                      <a:pt x="163893" y="2610"/>
                    </a:cubicBezTo>
                    <a:cubicBezTo>
                      <a:pt x="163529" y="2610"/>
                      <a:pt x="163166" y="2614"/>
                      <a:pt x="162801" y="2623"/>
                    </a:cubicBezTo>
                    <a:cubicBezTo>
                      <a:pt x="155570" y="2816"/>
                      <a:pt x="148447" y="4228"/>
                      <a:pt x="141227" y="4639"/>
                    </a:cubicBezTo>
                    <a:cubicBezTo>
                      <a:pt x="140190" y="4699"/>
                      <a:pt x="139157" y="4727"/>
                      <a:pt x="138128" y="4727"/>
                    </a:cubicBezTo>
                    <a:cubicBezTo>
                      <a:pt x="132556" y="4727"/>
                      <a:pt x="127088" y="3900"/>
                      <a:pt x="121585" y="2840"/>
                    </a:cubicBezTo>
                    <a:cubicBezTo>
                      <a:pt x="115132" y="1595"/>
                      <a:pt x="108631" y="172"/>
                      <a:pt x="102000" y="172"/>
                    </a:cubicBezTo>
                    <a:cubicBezTo>
                      <a:pt x="101945" y="172"/>
                      <a:pt x="101889" y="172"/>
                      <a:pt x="101834" y="172"/>
                    </a:cubicBezTo>
                    <a:cubicBezTo>
                      <a:pt x="98260" y="172"/>
                      <a:pt x="94783" y="703"/>
                      <a:pt x="91294" y="1464"/>
                    </a:cubicBezTo>
                    <a:cubicBezTo>
                      <a:pt x="88011" y="2176"/>
                      <a:pt x="84727" y="2973"/>
                      <a:pt x="81370" y="3311"/>
                    </a:cubicBezTo>
                    <a:cubicBezTo>
                      <a:pt x="80471" y="3400"/>
                      <a:pt x="79574" y="3437"/>
                      <a:pt x="78679" y="3437"/>
                    </a:cubicBezTo>
                    <a:cubicBezTo>
                      <a:pt x="75923" y="3437"/>
                      <a:pt x="73185" y="3083"/>
                      <a:pt x="70433" y="2792"/>
                    </a:cubicBezTo>
                    <a:cubicBezTo>
                      <a:pt x="66907" y="2430"/>
                      <a:pt x="63394" y="2019"/>
                      <a:pt x="59881" y="1500"/>
                    </a:cubicBezTo>
                    <a:cubicBezTo>
                      <a:pt x="56090" y="945"/>
                      <a:pt x="52336" y="317"/>
                      <a:pt x="48508" y="112"/>
                    </a:cubicBezTo>
                    <a:cubicBezTo>
                      <a:pt x="47003" y="38"/>
                      <a:pt x="45498" y="0"/>
                      <a:pt x="43994" y="0"/>
                    </a:cubicBezTo>
                    <a:close/>
                  </a:path>
                </a:pathLst>
              </a:custGeom>
              <a:solidFill>
                <a:srgbClr val="49250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556" name="Google Shape;556;g3d2e615e6f4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313" y="1061298"/>
            <a:ext cx="2589701" cy="42395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d2e615e6f4_0_26"/>
          <p:cNvSpPr txBox="1"/>
          <p:nvPr/>
        </p:nvSpPr>
        <p:spPr>
          <a:xfrm>
            <a:off x="1123075" y="1061300"/>
            <a:ext cx="30315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Демо</a:t>
            </a:r>
            <a:endParaRPr sz="4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d2e615e6f4_0_40"/>
          <p:cNvSpPr txBox="1"/>
          <p:nvPr/>
        </p:nvSpPr>
        <p:spPr>
          <a:xfrm>
            <a:off x="2043150" y="1482450"/>
            <a:ext cx="5057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Благодарим за вниманието!</a:t>
            </a:r>
            <a:endParaRPr sz="48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l About Edaphology by Slidesgo">
  <a:themeElements>
    <a:clrScheme name="Simple Light">
      <a:dk1>
        <a:srgbClr val="351D00"/>
      </a:dk1>
      <a:lt1>
        <a:srgbClr val="EAFCFF"/>
      </a:lt1>
      <a:dk2>
        <a:srgbClr val="FFFFFF"/>
      </a:dk2>
      <a:lt2>
        <a:srgbClr val="49250F"/>
      </a:lt2>
      <a:accent1>
        <a:srgbClr val="542C13"/>
      </a:accent1>
      <a:accent2>
        <a:srgbClr val="6C492C"/>
      </a:accent2>
      <a:accent3>
        <a:srgbClr val="005623"/>
      </a:accent3>
      <a:accent4>
        <a:srgbClr val="478814"/>
      </a:accent4>
      <a:accent5>
        <a:srgbClr val="CAD4B1"/>
      </a:accent5>
      <a:accent6>
        <a:srgbClr val="A87E2A"/>
      </a:accent6>
      <a:hlink>
        <a:srgbClr val="351D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